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3"/>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5" d="100"/>
          <a:sy n="85" d="100"/>
        </p:scale>
        <p:origin x="102" y="1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J Tan" userId="S::cj@relecloud24igniteprod.onmicrosoft.com::a2aaa624-9ac6-465b-96ea-5854f46d08bb" providerId="AD" clId="Web-{929614A7-4004-7C50-8C48-1658FEF801A2}"/>
    <pc:docChg chg="modSld">
      <pc:chgData name="CJ Tan" userId="S::cj@relecloud24igniteprod.onmicrosoft.com::a2aaa624-9ac6-465b-96ea-5854f46d08bb" providerId="AD" clId="Web-{929614A7-4004-7C50-8C48-1658FEF801A2}" dt="2024-11-13T22:47:09.865" v="0" actId="20577"/>
      <pc:docMkLst>
        <pc:docMk/>
      </pc:docMkLst>
      <pc:sldChg chg="modSp">
        <pc:chgData name="CJ Tan" userId="S::cj@relecloud24igniteprod.onmicrosoft.com::a2aaa624-9ac6-465b-96ea-5854f46d08bb" providerId="AD" clId="Web-{929614A7-4004-7C50-8C48-1658FEF801A2}" dt="2024-11-13T22:47:09.865" v="0" actId="20577"/>
        <pc:sldMkLst>
          <pc:docMk/>
          <pc:sldMk cId="247788127" sldId="256"/>
        </pc:sldMkLst>
        <pc:spChg chg="mod">
          <ac:chgData name="CJ Tan" userId="S::cj@relecloud24igniteprod.onmicrosoft.com::a2aaa624-9ac6-465b-96ea-5854f46d08bb" providerId="AD" clId="Web-{929614A7-4004-7C50-8C48-1658FEF801A2}" dt="2024-11-13T22:47:09.865" v="0" actId="20577"/>
          <ac:spMkLst>
            <pc:docMk/>
            <pc:sldMk cId="247788127" sldId="256"/>
            <ac:spMk id="2" creationId="{B3FF97D7-341D-2995-6B32-084DEC286B2C}"/>
          </ac:spMkLst>
        </pc:spChg>
      </pc:sldChg>
    </pc:docChg>
  </pc:docChgLst>
  <pc:docChgLst>
    <pc:chgData name="Jeremy Chapman (MECHANICS AND DEPLOYMENT)" userId="S::jchapman@microsoft.com::4bc43bf4-7905-4d6f-9008-356c9f215a59" providerId="AD" clId="Web-{FF6549FD-3221-0570-7916-42E8C92210D7}"/>
    <pc:docChg chg="mod addSld delSld modSld addMainMaster delMainMaster modMainMaster">
      <pc:chgData name="Jeremy Chapman (MECHANICS AND DEPLOYMENT)" userId="S::jchapman@microsoft.com::4bc43bf4-7905-4d6f-9008-356c9f215a59" providerId="AD" clId="Web-{FF6549FD-3221-0570-7916-42E8C92210D7}" dt="2024-10-30T16:53:29.521" v="3" actId="34807"/>
      <pc:docMkLst>
        <pc:docMk/>
      </pc:docMkLst>
      <pc:sldChg chg="del">
        <pc:chgData name="Jeremy Chapman (MECHANICS AND DEPLOYMENT)" userId="S::jchapman@microsoft.com::4bc43bf4-7905-4d6f-9008-356c9f215a59" providerId="AD" clId="Web-{FF6549FD-3221-0570-7916-42E8C92210D7}" dt="2024-10-30T16:53:29.349" v="2" actId="34807"/>
        <pc:sldMkLst>
          <pc:docMk/>
          <pc:sldMk cId="109857222" sldId="256"/>
        </pc:sldMkLst>
      </pc:sldChg>
      <pc:sldChg chg="addSp modSp add mod setBg modClrScheme chgLayout">
        <pc:chgData name="Jeremy Chapman (MECHANICS AND DEPLOYMENT)" userId="S::jchapman@microsoft.com::4bc43bf4-7905-4d6f-9008-356c9f215a59" providerId="AD" clId="Web-{FF6549FD-3221-0570-7916-42E8C92210D7}" dt="2024-10-30T16:53:29.521" v="3" actId="34807"/>
        <pc:sldMkLst>
          <pc:docMk/>
          <pc:sldMk cId="247788127" sldId="256"/>
        </pc:sldMkLst>
        <pc:spChg chg="mod">
          <ac:chgData name="Jeremy Chapman (MECHANICS AND DEPLOYMENT)" userId="S::jchapman@microsoft.com::4bc43bf4-7905-4d6f-9008-356c9f215a59" providerId="AD" clId="Web-{FF6549FD-3221-0570-7916-42E8C92210D7}" dt="2024-10-30T16:53:29.521" v="3" actId="34807"/>
          <ac:spMkLst>
            <pc:docMk/>
            <pc:sldMk cId="247788127" sldId="256"/>
            <ac:spMk id="2" creationId="{B3FF97D7-341D-2995-6B32-084DEC286B2C}"/>
          </ac:spMkLst>
        </pc:spChg>
        <pc:spChg chg="add">
          <ac:chgData name="Jeremy Chapman (MECHANICS AND DEPLOYMENT)" userId="S::jchapman@microsoft.com::4bc43bf4-7905-4d6f-9008-356c9f215a59" providerId="AD" clId="Web-{FF6549FD-3221-0570-7916-42E8C92210D7}" dt="2024-10-30T16:53:29.521" v="3" actId="34807"/>
          <ac:spMkLst>
            <pc:docMk/>
            <pc:sldMk cId="247788127" sldId="256"/>
            <ac:spMk id="7" creationId="{DEF92653-5D6D-47E6-8744-0DAF76E049C4}"/>
          </ac:spMkLst>
        </pc:spChg>
        <pc:cxnChg chg="add">
          <ac:chgData name="Jeremy Chapman (MECHANICS AND DEPLOYMENT)" userId="S::jchapman@microsoft.com::4bc43bf4-7905-4d6f-9008-356c9f215a59" providerId="AD" clId="Web-{FF6549FD-3221-0570-7916-42E8C92210D7}" dt="2024-10-30T16:53:29.521" v="3" actId="34807"/>
          <ac:cxnSpMkLst>
            <pc:docMk/>
            <pc:sldMk cId="247788127" sldId="256"/>
            <ac:cxnSpMk id="9" creationId="{9CA98CE3-81A7-4FFE-A047-9AA65998D877}"/>
          </ac:cxnSpMkLst>
        </pc:cxnChg>
      </pc:sldChg>
      <pc:sldChg chg="addSp modSp add mod setBg modClrScheme chgLayout">
        <pc:chgData name="Jeremy Chapman (MECHANICS AND DEPLOYMENT)" userId="S::jchapman@microsoft.com::4bc43bf4-7905-4d6f-9008-356c9f215a59" providerId="AD" clId="Web-{FF6549FD-3221-0570-7916-42E8C92210D7}" dt="2024-10-30T16:53:29.521" v="3" actId="34807"/>
        <pc:sldMkLst>
          <pc:docMk/>
          <pc:sldMk cId="847342082" sldId="257"/>
        </pc:sldMkLst>
        <pc:spChg chg="mod">
          <ac:chgData name="Jeremy Chapman (MECHANICS AND DEPLOYMENT)" userId="S::jchapman@microsoft.com::4bc43bf4-7905-4d6f-9008-356c9f215a59" providerId="AD" clId="Web-{FF6549FD-3221-0570-7916-42E8C92210D7}" dt="2024-10-30T16:53:29.521" v="3" actId="34807"/>
          <ac:spMkLst>
            <pc:docMk/>
            <pc:sldMk cId="847342082" sldId="257"/>
            <ac:spMk id="2" creationId="{066379FB-1F6F-0641-4D07-F251731FF0EE}"/>
          </ac:spMkLst>
        </pc:spChg>
        <pc:spChg chg="mod">
          <ac:chgData name="Jeremy Chapman (MECHANICS AND DEPLOYMENT)" userId="S::jchapman@microsoft.com::4bc43bf4-7905-4d6f-9008-356c9f215a59" providerId="AD" clId="Web-{FF6549FD-3221-0570-7916-42E8C92210D7}" dt="2024-10-30T16:53:29.521" v="3" actId="34807"/>
          <ac:spMkLst>
            <pc:docMk/>
            <pc:sldMk cId="847342082" sldId="257"/>
            <ac:spMk id="3" creationId="{EFD5A60B-2A6A-6204-0D59-57A99E7D6C76}"/>
          </ac:spMkLst>
        </pc:spChg>
        <pc:spChg chg="add">
          <ac:chgData name="Jeremy Chapman (MECHANICS AND DEPLOYMENT)" userId="S::jchapman@microsoft.com::4bc43bf4-7905-4d6f-9008-356c9f215a59" providerId="AD" clId="Web-{FF6549FD-3221-0570-7916-42E8C92210D7}" dt="2024-10-30T16:53:29.521" v="3" actId="34807"/>
          <ac:spMkLst>
            <pc:docMk/>
            <pc:sldMk cId="847342082" sldId="257"/>
            <ac:spMk id="8" creationId="{5F710FDB-0919-493E-8539-8240C23F1EB2}"/>
          </ac:spMkLst>
        </pc:spChg>
        <pc:cxnChg chg="add">
          <ac:chgData name="Jeremy Chapman (MECHANICS AND DEPLOYMENT)" userId="S::jchapman@microsoft.com::4bc43bf4-7905-4d6f-9008-356c9f215a59" providerId="AD" clId="Web-{FF6549FD-3221-0570-7916-42E8C92210D7}" dt="2024-10-30T16:53:29.521" v="3" actId="34807"/>
          <ac:cxnSpMkLst>
            <pc:docMk/>
            <pc:sldMk cId="847342082" sldId="257"/>
            <ac:cxnSpMk id="10" creationId="{0AFF0B6C-73E2-4B40-9280-938C14922C87}"/>
          </ac:cxnSpMkLst>
        </pc:cxnChg>
      </pc:sldChg>
      <pc:sldChg chg="addSp modSp add mod setBg modClrScheme chgLayout">
        <pc:chgData name="Jeremy Chapman (MECHANICS AND DEPLOYMENT)" userId="S::jchapman@microsoft.com::4bc43bf4-7905-4d6f-9008-356c9f215a59" providerId="AD" clId="Web-{FF6549FD-3221-0570-7916-42E8C92210D7}" dt="2024-10-30T16:53:29.521" v="3" actId="34807"/>
        <pc:sldMkLst>
          <pc:docMk/>
          <pc:sldMk cId="1304019683" sldId="258"/>
        </pc:sldMkLst>
        <pc:spChg chg="mod ord">
          <ac:chgData name="Jeremy Chapman (MECHANICS AND DEPLOYMENT)" userId="S::jchapman@microsoft.com::4bc43bf4-7905-4d6f-9008-356c9f215a59" providerId="AD" clId="Web-{FF6549FD-3221-0570-7916-42E8C92210D7}" dt="2024-10-30T16:53:29.521" v="3" actId="34807"/>
          <ac:spMkLst>
            <pc:docMk/>
            <pc:sldMk cId="1304019683" sldId="258"/>
            <ac:spMk id="2" creationId="{CD3301AA-512E-A1A4-6B5A-7A3C1AA04329}"/>
          </ac:spMkLst>
        </pc:spChg>
        <pc:spChg chg="mod">
          <ac:chgData name="Jeremy Chapman (MECHANICS AND DEPLOYMENT)" userId="S::jchapman@microsoft.com::4bc43bf4-7905-4d6f-9008-356c9f215a59" providerId="AD" clId="Web-{FF6549FD-3221-0570-7916-42E8C92210D7}" dt="2024-10-30T16:53:29.521" v="3" actId="34807"/>
          <ac:spMkLst>
            <pc:docMk/>
            <pc:sldMk cId="1304019683" sldId="258"/>
            <ac:spMk id="4" creationId="{FAA00965-A34D-34C0-711A-49709C97B22B}"/>
          </ac:spMkLst>
        </pc:spChg>
        <pc:spChg chg="add">
          <ac:chgData name="Jeremy Chapman (MECHANICS AND DEPLOYMENT)" userId="S::jchapman@microsoft.com::4bc43bf4-7905-4d6f-9008-356c9f215a59" providerId="AD" clId="Web-{FF6549FD-3221-0570-7916-42E8C92210D7}" dt="2024-10-30T16:53:29.521" v="3" actId="34807"/>
          <ac:spMkLst>
            <pc:docMk/>
            <pc:sldMk cId="1304019683" sldId="258"/>
            <ac:spMk id="14" creationId="{E49D7415-2F11-44C2-B6AA-13A25B6814B9}"/>
          </ac:spMkLst>
        </pc:spChg>
        <pc:picChg chg="mod">
          <ac:chgData name="Jeremy Chapman (MECHANICS AND DEPLOYMENT)" userId="S::jchapman@microsoft.com::4bc43bf4-7905-4d6f-9008-356c9f215a59" providerId="AD" clId="Web-{FF6549FD-3221-0570-7916-42E8C92210D7}" dt="2024-10-30T16:53:29.521" v="3" actId="34807"/>
          <ac:picMkLst>
            <pc:docMk/>
            <pc:sldMk cId="1304019683" sldId="258"/>
            <ac:picMk id="5" creationId="{4D8B1F96-CDDC-4375-8A48-3489C10B3F94}"/>
          </ac:picMkLst>
        </pc:picChg>
        <pc:cxnChg chg="add">
          <ac:chgData name="Jeremy Chapman (MECHANICS AND DEPLOYMENT)" userId="S::jchapman@microsoft.com::4bc43bf4-7905-4d6f-9008-356c9f215a59" providerId="AD" clId="Web-{FF6549FD-3221-0570-7916-42E8C92210D7}" dt="2024-10-30T16:53:29.521" v="3" actId="34807"/>
          <ac:cxnSpMkLst>
            <pc:docMk/>
            <pc:sldMk cId="1304019683" sldId="258"/>
            <ac:cxnSpMk id="10" creationId="{F64F9B95-9045-48D2-B9F3-2927E98F54AA}"/>
          </ac:cxnSpMkLst>
        </pc:cxnChg>
        <pc:cxnChg chg="add">
          <ac:chgData name="Jeremy Chapman (MECHANICS AND DEPLOYMENT)" userId="S::jchapman@microsoft.com::4bc43bf4-7905-4d6f-9008-356c9f215a59" providerId="AD" clId="Web-{FF6549FD-3221-0570-7916-42E8C92210D7}" dt="2024-10-30T16:53:29.521" v="3" actId="34807"/>
          <ac:cxnSpMkLst>
            <pc:docMk/>
            <pc:sldMk cId="1304019683" sldId="258"/>
            <ac:cxnSpMk id="12" creationId="{085AA86F-6A4D-4BCB-A045-D992CDC2959B}"/>
          </ac:cxnSpMkLst>
        </pc:cxnChg>
        <pc:cxnChg chg="add">
          <ac:chgData name="Jeremy Chapman (MECHANICS AND DEPLOYMENT)" userId="S::jchapman@microsoft.com::4bc43bf4-7905-4d6f-9008-356c9f215a59" providerId="AD" clId="Web-{FF6549FD-3221-0570-7916-42E8C92210D7}" dt="2024-10-30T16:53:29.521" v="3" actId="34807"/>
          <ac:cxnSpMkLst>
            <pc:docMk/>
            <pc:sldMk cId="1304019683" sldId="258"/>
            <ac:cxnSpMk id="16" creationId="{40ADC89C-EB4E-4AA5-ABBD-448BEC5FA3C4}"/>
          </ac:cxnSpMkLst>
        </pc:cxnChg>
      </pc:sldChg>
      <pc:sldChg chg="addSp modSp add mod setBg modClrScheme chgLayout">
        <pc:chgData name="Jeremy Chapman (MECHANICS AND DEPLOYMENT)" userId="S::jchapman@microsoft.com::4bc43bf4-7905-4d6f-9008-356c9f215a59" providerId="AD" clId="Web-{FF6549FD-3221-0570-7916-42E8C92210D7}" dt="2024-10-30T16:53:29.521" v="3" actId="34807"/>
        <pc:sldMkLst>
          <pc:docMk/>
          <pc:sldMk cId="2171945468" sldId="259"/>
        </pc:sldMkLst>
        <pc:spChg chg="mod">
          <ac:chgData name="Jeremy Chapman (MECHANICS AND DEPLOYMENT)" userId="S::jchapman@microsoft.com::4bc43bf4-7905-4d6f-9008-356c9f215a59" providerId="AD" clId="Web-{FF6549FD-3221-0570-7916-42E8C92210D7}" dt="2024-10-30T16:53:29.521" v="3" actId="34807"/>
          <ac:spMkLst>
            <pc:docMk/>
            <pc:sldMk cId="2171945468" sldId="259"/>
            <ac:spMk id="2" creationId="{43731887-3B66-6F2C-B307-E0ABECE95B60}"/>
          </ac:spMkLst>
        </pc:spChg>
        <pc:spChg chg="mod">
          <ac:chgData name="Jeremy Chapman (MECHANICS AND DEPLOYMENT)" userId="S::jchapman@microsoft.com::4bc43bf4-7905-4d6f-9008-356c9f215a59" providerId="AD" clId="Web-{FF6549FD-3221-0570-7916-42E8C92210D7}" dt="2024-10-30T16:53:29.521" v="3" actId="34807"/>
          <ac:spMkLst>
            <pc:docMk/>
            <pc:sldMk cId="2171945468" sldId="259"/>
            <ac:spMk id="3" creationId="{47BA7248-898C-D2F1-9594-CA629B30C3E4}"/>
          </ac:spMkLst>
        </pc:spChg>
        <pc:spChg chg="add">
          <ac:chgData name="Jeremy Chapman (MECHANICS AND DEPLOYMENT)" userId="S::jchapman@microsoft.com::4bc43bf4-7905-4d6f-9008-356c9f215a59" providerId="AD" clId="Web-{FF6549FD-3221-0570-7916-42E8C92210D7}" dt="2024-10-30T16:53:29.521" v="3" actId="34807"/>
          <ac:spMkLst>
            <pc:docMk/>
            <pc:sldMk cId="2171945468" sldId="259"/>
            <ac:spMk id="8" creationId="{5F710FDB-0919-493E-8539-8240C23F1EB2}"/>
          </ac:spMkLst>
        </pc:spChg>
        <pc:cxnChg chg="add">
          <ac:chgData name="Jeremy Chapman (MECHANICS AND DEPLOYMENT)" userId="S::jchapman@microsoft.com::4bc43bf4-7905-4d6f-9008-356c9f215a59" providerId="AD" clId="Web-{FF6549FD-3221-0570-7916-42E8C92210D7}" dt="2024-10-30T16:53:29.521" v="3" actId="34807"/>
          <ac:cxnSpMkLst>
            <pc:docMk/>
            <pc:sldMk cId="2171945468" sldId="259"/>
            <ac:cxnSpMk id="10" creationId="{0AFF0B6C-73E2-4B40-9280-938C14922C87}"/>
          </ac:cxnSpMkLst>
        </pc:cxnChg>
      </pc:sldChg>
      <pc:sldChg chg="addSp modSp add mod setBg modClrScheme chgLayout">
        <pc:chgData name="Jeremy Chapman (MECHANICS AND DEPLOYMENT)" userId="S::jchapman@microsoft.com::4bc43bf4-7905-4d6f-9008-356c9f215a59" providerId="AD" clId="Web-{FF6549FD-3221-0570-7916-42E8C92210D7}" dt="2024-10-30T16:53:29.521" v="3" actId="34807"/>
        <pc:sldMkLst>
          <pc:docMk/>
          <pc:sldMk cId="1466730806" sldId="260"/>
        </pc:sldMkLst>
        <pc:spChg chg="mod">
          <ac:chgData name="Jeremy Chapman (MECHANICS AND DEPLOYMENT)" userId="S::jchapman@microsoft.com::4bc43bf4-7905-4d6f-9008-356c9f215a59" providerId="AD" clId="Web-{FF6549FD-3221-0570-7916-42E8C92210D7}" dt="2024-10-30T16:53:29.521" v="3" actId="34807"/>
          <ac:spMkLst>
            <pc:docMk/>
            <pc:sldMk cId="1466730806" sldId="260"/>
            <ac:spMk id="2" creationId="{14FFEDD4-C4BB-FE2A-1B05-5EC7CBA3B5FE}"/>
          </ac:spMkLst>
        </pc:spChg>
        <pc:spChg chg="mod">
          <ac:chgData name="Jeremy Chapman (MECHANICS AND DEPLOYMENT)" userId="S::jchapman@microsoft.com::4bc43bf4-7905-4d6f-9008-356c9f215a59" providerId="AD" clId="Web-{FF6549FD-3221-0570-7916-42E8C92210D7}" dt="2024-10-30T16:53:29.521" v="3" actId="34807"/>
          <ac:spMkLst>
            <pc:docMk/>
            <pc:sldMk cId="1466730806" sldId="260"/>
            <ac:spMk id="3" creationId="{16DCE150-4B86-1661-779D-5354280CA71D}"/>
          </ac:spMkLst>
        </pc:spChg>
        <pc:spChg chg="add">
          <ac:chgData name="Jeremy Chapman (MECHANICS AND DEPLOYMENT)" userId="S::jchapman@microsoft.com::4bc43bf4-7905-4d6f-9008-356c9f215a59" providerId="AD" clId="Web-{FF6549FD-3221-0570-7916-42E8C92210D7}" dt="2024-10-30T16:53:29.521" v="3" actId="34807"/>
          <ac:spMkLst>
            <pc:docMk/>
            <pc:sldMk cId="1466730806" sldId="260"/>
            <ac:spMk id="8" creationId="{5F710FDB-0919-493E-8539-8240C23F1EB2}"/>
          </ac:spMkLst>
        </pc:spChg>
        <pc:cxnChg chg="add">
          <ac:chgData name="Jeremy Chapman (MECHANICS AND DEPLOYMENT)" userId="S::jchapman@microsoft.com::4bc43bf4-7905-4d6f-9008-356c9f215a59" providerId="AD" clId="Web-{FF6549FD-3221-0570-7916-42E8C92210D7}" dt="2024-10-30T16:53:29.521" v="3" actId="34807"/>
          <ac:cxnSpMkLst>
            <pc:docMk/>
            <pc:sldMk cId="1466730806" sldId="260"/>
            <ac:cxnSpMk id="10" creationId="{0AFF0B6C-73E2-4B40-9280-938C14922C87}"/>
          </ac:cxnSpMkLst>
        </pc:cxnChg>
      </pc:sldChg>
      <pc:sldChg chg="addSp modSp add mod setBg modClrScheme chgLayout">
        <pc:chgData name="Jeremy Chapman (MECHANICS AND DEPLOYMENT)" userId="S::jchapman@microsoft.com::4bc43bf4-7905-4d6f-9008-356c9f215a59" providerId="AD" clId="Web-{FF6549FD-3221-0570-7916-42E8C92210D7}" dt="2024-10-30T16:53:29.521" v="3" actId="34807"/>
        <pc:sldMkLst>
          <pc:docMk/>
          <pc:sldMk cId="2288303292" sldId="261"/>
        </pc:sldMkLst>
        <pc:spChg chg="mod">
          <ac:chgData name="Jeremy Chapman (MECHANICS AND DEPLOYMENT)" userId="S::jchapman@microsoft.com::4bc43bf4-7905-4d6f-9008-356c9f215a59" providerId="AD" clId="Web-{FF6549FD-3221-0570-7916-42E8C92210D7}" dt="2024-10-30T16:53:29.521" v="3" actId="34807"/>
          <ac:spMkLst>
            <pc:docMk/>
            <pc:sldMk cId="2288303292" sldId="261"/>
            <ac:spMk id="2" creationId="{0F0ACAEF-8D1B-E6E4-E6F4-160B45971DD9}"/>
          </ac:spMkLst>
        </pc:spChg>
        <pc:spChg chg="mod">
          <ac:chgData name="Jeremy Chapman (MECHANICS AND DEPLOYMENT)" userId="S::jchapman@microsoft.com::4bc43bf4-7905-4d6f-9008-356c9f215a59" providerId="AD" clId="Web-{FF6549FD-3221-0570-7916-42E8C92210D7}" dt="2024-10-30T16:53:29.521" v="3" actId="34807"/>
          <ac:spMkLst>
            <pc:docMk/>
            <pc:sldMk cId="2288303292" sldId="261"/>
            <ac:spMk id="3" creationId="{215BE2E3-B8A7-A812-2CA7-52E765E11BFB}"/>
          </ac:spMkLst>
        </pc:spChg>
        <pc:spChg chg="add">
          <ac:chgData name="Jeremy Chapman (MECHANICS AND DEPLOYMENT)" userId="S::jchapman@microsoft.com::4bc43bf4-7905-4d6f-9008-356c9f215a59" providerId="AD" clId="Web-{FF6549FD-3221-0570-7916-42E8C92210D7}" dt="2024-10-30T16:53:29.521" v="3" actId="34807"/>
          <ac:spMkLst>
            <pc:docMk/>
            <pc:sldMk cId="2288303292" sldId="261"/>
            <ac:spMk id="8" creationId="{5F710FDB-0919-493E-8539-8240C23F1EB2}"/>
          </ac:spMkLst>
        </pc:spChg>
        <pc:cxnChg chg="add">
          <ac:chgData name="Jeremy Chapman (MECHANICS AND DEPLOYMENT)" userId="S::jchapman@microsoft.com::4bc43bf4-7905-4d6f-9008-356c9f215a59" providerId="AD" clId="Web-{FF6549FD-3221-0570-7916-42E8C92210D7}" dt="2024-10-30T16:53:29.521" v="3" actId="34807"/>
          <ac:cxnSpMkLst>
            <pc:docMk/>
            <pc:sldMk cId="2288303292" sldId="261"/>
            <ac:cxnSpMk id="10" creationId="{0AFF0B6C-73E2-4B40-9280-938C14922C87}"/>
          </ac:cxnSpMkLst>
        </pc:cxnChg>
      </pc:sldChg>
      <pc:sldChg chg="addSp modSp add mod setBg modClrScheme chgLayout">
        <pc:chgData name="Jeremy Chapman (MECHANICS AND DEPLOYMENT)" userId="S::jchapman@microsoft.com::4bc43bf4-7905-4d6f-9008-356c9f215a59" providerId="AD" clId="Web-{FF6549FD-3221-0570-7916-42E8C92210D7}" dt="2024-10-30T16:53:29.521" v="3" actId="34807"/>
        <pc:sldMkLst>
          <pc:docMk/>
          <pc:sldMk cId="868791769" sldId="262"/>
        </pc:sldMkLst>
        <pc:spChg chg="mod ord">
          <ac:chgData name="Jeremy Chapman (MECHANICS AND DEPLOYMENT)" userId="S::jchapman@microsoft.com::4bc43bf4-7905-4d6f-9008-356c9f215a59" providerId="AD" clId="Web-{FF6549FD-3221-0570-7916-42E8C92210D7}" dt="2024-10-30T16:53:29.521" v="3" actId="34807"/>
          <ac:spMkLst>
            <pc:docMk/>
            <pc:sldMk cId="868791769" sldId="262"/>
            <ac:spMk id="2" creationId="{5D1D478F-8B8C-2287-3AD6-C72B7B1F27DB}"/>
          </ac:spMkLst>
        </pc:spChg>
        <pc:spChg chg="mod">
          <ac:chgData name="Jeremy Chapman (MECHANICS AND DEPLOYMENT)" userId="S::jchapman@microsoft.com::4bc43bf4-7905-4d6f-9008-356c9f215a59" providerId="AD" clId="Web-{FF6549FD-3221-0570-7916-42E8C92210D7}" dt="2024-10-30T16:53:29.521" v="3" actId="34807"/>
          <ac:spMkLst>
            <pc:docMk/>
            <pc:sldMk cId="868791769" sldId="262"/>
            <ac:spMk id="4" creationId="{242CB738-AE28-18EE-8A7F-DBA25D3E5343}"/>
          </ac:spMkLst>
        </pc:spChg>
        <pc:spChg chg="add">
          <ac:chgData name="Jeremy Chapman (MECHANICS AND DEPLOYMENT)" userId="S::jchapman@microsoft.com::4bc43bf4-7905-4d6f-9008-356c9f215a59" providerId="AD" clId="Web-{FF6549FD-3221-0570-7916-42E8C92210D7}" dt="2024-10-30T16:53:29.521" v="3" actId="34807"/>
          <ac:spMkLst>
            <pc:docMk/>
            <pc:sldMk cId="868791769" sldId="262"/>
            <ac:spMk id="14" creationId="{660EB578-C970-4186-B93C-45851BBC6E34}"/>
          </ac:spMkLst>
        </pc:spChg>
        <pc:picChg chg="mod">
          <ac:chgData name="Jeremy Chapman (MECHANICS AND DEPLOYMENT)" userId="S::jchapman@microsoft.com::4bc43bf4-7905-4d6f-9008-356c9f215a59" providerId="AD" clId="Web-{FF6549FD-3221-0570-7916-42E8C92210D7}" dt="2024-10-30T16:53:29.521" v="3" actId="34807"/>
          <ac:picMkLst>
            <pc:docMk/>
            <pc:sldMk cId="868791769" sldId="262"/>
            <ac:picMk id="5" creationId="{F7095264-B604-4369-81BE-4277CB5CE524}"/>
          </ac:picMkLst>
        </pc:picChg>
        <pc:cxnChg chg="add">
          <ac:chgData name="Jeremy Chapman (MECHANICS AND DEPLOYMENT)" userId="S::jchapman@microsoft.com::4bc43bf4-7905-4d6f-9008-356c9f215a59" providerId="AD" clId="Web-{FF6549FD-3221-0570-7916-42E8C92210D7}" dt="2024-10-30T16:53:29.521" v="3" actId="34807"/>
          <ac:cxnSpMkLst>
            <pc:docMk/>
            <pc:sldMk cId="868791769" sldId="262"/>
            <ac:cxnSpMk id="10" creationId="{F64F9B95-9045-48D2-B9F3-2927E98F54AA}"/>
          </ac:cxnSpMkLst>
        </pc:cxnChg>
        <pc:cxnChg chg="add">
          <ac:chgData name="Jeremy Chapman (MECHANICS AND DEPLOYMENT)" userId="S::jchapman@microsoft.com::4bc43bf4-7905-4d6f-9008-356c9f215a59" providerId="AD" clId="Web-{FF6549FD-3221-0570-7916-42E8C92210D7}" dt="2024-10-30T16:53:29.521" v="3" actId="34807"/>
          <ac:cxnSpMkLst>
            <pc:docMk/>
            <pc:sldMk cId="868791769" sldId="262"/>
            <ac:cxnSpMk id="12" creationId="{085AA86F-6A4D-4BCB-A045-D992CDC2959B}"/>
          </ac:cxnSpMkLst>
        </pc:cxnChg>
        <pc:cxnChg chg="add">
          <ac:chgData name="Jeremy Chapman (MECHANICS AND DEPLOYMENT)" userId="S::jchapman@microsoft.com::4bc43bf4-7905-4d6f-9008-356c9f215a59" providerId="AD" clId="Web-{FF6549FD-3221-0570-7916-42E8C92210D7}" dt="2024-10-30T16:53:29.521" v="3" actId="34807"/>
          <ac:cxnSpMkLst>
            <pc:docMk/>
            <pc:sldMk cId="868791769" sldId="262"/>
            <ac:cxnSpMk id="16" creationId="{CDF57B02-07BB-407B-BB36-06D9C64A673E}"/>
          </ac:cxnSpMkLst>
        </pc:cxnChg>
        <pc:cxnChg chg="add">
          <ac:chgData name="Jeremy Chapman (MECHANICS AND DEPLOYMENT)" userId="S::jchapman@microsoft.com::4bc43bf4-7905-4d6f-9008-356c9f215a59" providerId="AD" clId="Web-{FF6549FD-3221-0570-7916-42E8C92210D7}" dt="2024-10-30T16:53:29.521" v="3" actId="34807"/>
          <ac:cxnSpMkLst>
            <pc:docMk/>
            <pc:sldMk cId="868791769" sldId="262"/>
            <ac:cxnSpMk id="18" creationId="{C6855964-C920-48EB-8804-74291211C8A9}"/>
          </ac:cxnSpMkLst>
        </pc:cxnChg>
      </pc:sldChg>
      <pc:sldChg chg="addSp modSp add mod setBg modClrScheme chgLayout">
        <pc:chgData name="Jeremy Chapman (MECHANICS AND DEPLOYMENT)" userId="S::jchapman@microsoft.com::4bc43bf4-7905-4d6f-9008-356c9f215a59" providerId="AD" clId="Web-{FF6549FD-3221-0570-7916-42E8C92210D7}" dt="2024-10-30T16:53:29.521" v="3" actId="34807"/>
        <pc:sldMkLst>
          <pc:docMk/>
          <pc:sldMk cId="8756598" sldId="263"/>
        </pc:sldMkLst>
        <pc:spChg chg="mod ord">
          <ac:chgData name="Jeremy Chapman (MECHANICS AND DEPLOYMENT)" userId="S::jchapman@microsoft.com::4bc43bf4-7905-4d6f-9008-356c9f215a59" providerId="AD" clId="Web-{FF6549FD-3221-0570-7916-42E8C92210D7}" dt="2024-10-30T16:53:29.521" v="3" actId="34807"/>
          <ac:spMkLst>
            <pc:docMk/>
            <pc:sldMk cId="8756598" sldId="263"/>
            <ac:spMk id="2" creationId="{A11DB28C-686B-BC18-B13F-D3C7C3D0F492}"/>
          </ac:spMkLst>
        </pc:spChg>
        <pc:spChg chg="mod">
          <ac:chgData name="Jeremy Chapman (MECHANICS AND DEPLOYMENT)" userId="S::jchapman@microsoft.com::4bc43bf4-7905-4d6f-9008-356c9f215a59" providerId="AD" clId="Web-{FF6549FD-3221-0570-7916-42E8C92210D7}" dt="2024-10-30T16:53:29.521" v="3" actId="34807"/>
          <ac:spMkLst>
            <pc:docMk/>
            <pc:sldMk cId="8756598" sldId="263"/>
            <ac:spMk id="4" creationId="{051D9840-374F-BDD4-D530-2B33FD43101C}"/>
          </ac:spMkLst>
        </pc:spChg>
        <pc:spChg chg="add">
          <ac:chgData name="Jeremy Chapman (MECHANICS AND DEPLOYMENT)" userId="S::jchapman@microsoft.com::4bc43bf4-7905-4d6f-9008-356c9f215a59" providerId="AD" clId="Web-{FF6549FD-3221-0570-7916-42E8C92210D7}" dt="2024-10-30T16:53:29.521" v="3" actId="34807"/>
          <ac:spMkLst>
            <pc:docMk/>
            <pc:sldMk cId="8756598" sldId="263"/>
            <ac:spMk id="14" creationId="{660EB578-C970-4186-B93C-45851BBC6E34}"/>
          </ac:spMkLst>
        </pc:spChg>
        <pc:picChg chg="mod">
          <ac:chgData name="Jeremy Chapman (MECHANICS AND DEPLOYMENT)" userId="S::jchapman@microsoft.com::4bc43bf4-7905-4d6f-9008-356c9f215a59" providerId="AD" clId="Web-{FF6549FD-3221-0570-7916-42E8C92210D7}" dt="2024-10-30T16:53:29.521" v="3" actId="34807"/>
          <ac:picMkLst>
            <pc:docMk/>
            <pc:sldMk cId="8756598" sldId="263"/>
            <ac:picMk id="5" creationId="{E7DA72B8-60B2-4109-8D04-9E93AA85A447}"/>
          </ac:picMkLst>
        </pc:picChg>
        <pc:cxnChg chg="add">
          <ac:chgData name="Jeremy Chapman (MECHANICS AND DEPLOYMENT)" userId="S::jchapman@microsoft.com::4bc43bf4-7905-4d6f-9008-356c9f215a59" providerId="AD" clId="Web-{FF6549FD-3221-0570-7916-42E8C92210D7}" dt="2024-10-30T16:53:29.521" v="3" actId="34807"/>
          <ac:cxnSpMkLst>
            <pc:docMk/>
            <pc:sldMk cId="8756598" sldId="263"/>
            <ac:cxnSpMk id="10" creationId="{F64F9B95-9045-48D2-B9F3-2927E98F54AA}"/>
          </ac:cxnSpMkLst>
        </pc:cxnChg>
        <pc:cxnChg chg="add">
          <ac:chgData name="Jeremy Chapman (MECHANICS AND DEPLOYMENT)" userId="S::jchapman@microsoft.com::4bc43bf4-7905-4d6f-9008-356c9f215a59" providerId="AD" clId="Web-{FF6549FD-3221-0570-7916-42E8C92210D7}" dt="2024-10-30T16:53:29.521" v="3" actId="34807"/>
          <ac:cxnSpMkLst>
            <pc:docMk/>
            <pc:sldMk cId="8756598" sldId="263"/>
            <ac:cxnSpMk id="12" creationId="{085AA86F-6A4D-4BCB-A045-D992CDC2959B}"/>
          </ac:cxnSpMkLst>
        </pc:cxnChg>
        <pc:cxnChg chg="add">
          <ac:chgData name="Jeremy Chapman (MECHANICS AND DEPLOYMENT)" userId="S::jchapman@microsoft.com::4bc43bf4-7905-4d6f-9008-356c9f215a59" providerId="AD" clId="Web-{FF6549FD-3221-0570-7916-42E8C92210D7}" dt="2024-10-30T16:53:29.521" v="3" actId="34807"/>
          <ac:cxnSpMkLst>
            <pc:docMk/>
            <pc:sldMk cId="8756598" sldId="263"/>
            <ac:cxnSpMk id="16" creationId="{CDF57B02-07BB-407B-BB36-06D9C64A673E}"/>
          </ac:cxnSpMkLst>
        </pc:cxnChg>
        <pc:cxnChg chg="add">
          <ac:chgData name="Jeremy Chapman (MECHANICS AND DEPLOYMENT)" userId="S::jchapman@microsoft.com::4bc43bf4-7905-4d6f-9008-356c9f215a59" providerId="AD" clId="Web-{FF6549FD-3221-0570-7916-42E8C92210D7}" dt="2024-10-30T16:53:29.521" v="3" actId="34807"/>
          <ac:cxnSpMkLst>
            <pc:docMk/>
            <pc:sldMk cId="8756598" sldId="263"/>
            <ac:cxnSpMk id="18" creationId="{C6855964-C920-48EB-8804-74291211C8A9}"/>
          </ac:cxnSpMkLst>
        </pc:cxnChg>
      </pc:sldChg>
      <pc:sldChg chg="addSp modSp add mod setBg modClrScheme chgLayout">
        <pc:chgData name="Jeremy Chapman (MECHANICS AND DEPLOYMENT)" userId="S::jchapman@microsoft.com::4bc43bf4-7905-4d6f-9008-356c9f215a59" providerId="AD" clId="Web-{FF6549FD-3221-0570-7916-42E8C92210D7}" dt="2024-10-30T16:53:29.521" v="3" actId="34807"/>
        <pc:sldMkLst>
          <pc:docMk/>
          <pc:sldMk cId="1394058944" sldId="264"/>
        </pc:sldMkLst>
        <pc:spChg chg="mod ord">
          <ac:chgData name="Jeremy Chapman (MECHANICS AND DEPLOYMENT)" userId="S::jchapman@microsoft.com::4bc43bf4-7905-4d6f-9008-356c9f215a59" providerId="AD" clId="Web-{FF6549FD-3221-0570-7916-42E8C92210D7}" dt="2024-10-30T16:53:29.521" v="3" actId="34807"/>
          <ac:spMkLst>
            <pc:docMk/>
            <pc:sldMk cId="1394058944" sldId="264"/>
            <ac:spMk id="2" creationId="{C237770B-1DF1-4024-D4D3-E861ADFEFB3C}"/>
          </ac:spMkLst>
        </pc:spChg>
        <pc:spChg chg="mod">
          <ac:chgData name="Jeremy Chapman (MECHANICS AND DEPLOYMENT)" userId="S::jchapman@microsoft.com::4bc43bf4-7905-4d6f-9008-356c9f215a59" providerId="AD" clId="Web-{FF6549FD-3221-0570-7916-42E8C92210D7}" dt="2024-10-30T16:53:29.521" v="3" actId="34807"/>
          <ac:spMkLst>
            <pc:docMk/>
            <pc:sldMk cId="1394058944" sldId="264"/>
            <ac:spMk id="4" creationId="{A2E99BE9-22FA-2C58-1C8A-F2F56510202D}"/>
          </ac:spMkLst>
        </pc:spChg>
        <pc:spChg chg="add">
          <ac:chgData name="Jeremy Chapman (MECHANICS AND DEPLOYMENT)" userId="S::jchapman@microsoft.com::4bc43bf4-7905-4d6f-9008-356c9f215a59" providerId="AD" clId="Web-{FF6549FD-3221-0570-7916-42E8C92210D7}" dt="2024-10-30T16:53:29.521" v="3" actId="34807"/>
          <ac:spMkLst>
            <pc:docMk/>
            <pc:sldMk cId="1394058944" sldId="264"/>
            <ac:spMk id="14" creationId="{660EB578-C970-4186-B93C-45851BBC6E34}"/>
          </ac:spMkLst>
        </pc:spChg>
        <pc:picChg chg="mod">
          <ac:chgData name="Jeremy Chapman (MECHANICS AND DEPLOYMENT)" userId="S::jchapman@microsoft.com::4bc43bf4-7905-4d6f-9008-356c9f215a59" providerId="AD" clId="Web-{FF6549FD-3221-0570-7916-42E8C92210D7}" dt="2024-10-30T16:53:29.521" v="3" actId="34807"/>
          <ac:picMkLst>
            <pc:docMk/>
            <pc:sldMk cId="1394058944" sldId="264"/>
            <ac:picMk id="5" creationId="{394A4B14-D666-40E1-9F4A-B87F3AF0BBEB}"/>
          </ac:picMkLst>
        </pc:picChg>
        <pc:cxnChg chg="add">
          <ac:chgData name="Jeremy Chapman (MECHANICS AND DEPLOYMENT)" userId="S::jchapman@microsoft.com::4bc43bf4-7905-4d6f-9008-356c9f215a59" providerId="AD" clId="Web-{FF6549FD-3221-0570-7916-42E8C92210D7}" dt="2024-10-30T16:53:29.521" v="3" actId="34807"/>
          <ac:cxnSpMkLst>
            <pc:docMk/>
            <pc:sldMk cId="1394058944" sldId="264"/>
            <ac:cxnSpMk id="10" creationId="{F64F9B95-9045-48D2-B9F3-2927E98F54AA}"/>
          </ac:cxnSpMkLst>
        </pc:cxnChg>
        <pc:cxnChg chg="add">
          <ac:chgData name="Jeremy Chapman (MECHANICS AND DEPLOYMENT)" userId="S::jchapman@microsoft.com::4bc43bf4-7905-4d6f-9008-356c9f215a59" providerId="AD" clId="Web-{FF6549FD-3221-0570-7916-42E8C92210D7}" dt="2024-10-30T16:53:29.521" v="3" actId="34807"/>
          <ac:cxnSpMkLst>
            <pc:docMk/>
            <pc:sldMk cId="1394058944" sldId="264"/>
            <ac:cxnSpMk id="12" creationId="{085AA86F-6A4D-4BCB-A045-D992CDC2959B}"/>
          </ac:cxnSpMkLst>
        </pc:cxnChg>
        <pc:cxnChg chg="add">
          <ac:chgData name="Jeremy Chapman (MECHANICS AND DEPLOYMENT)" userId="S::jchapman@microsoft.com::4bc43bf4-7905-4d6f-9008-356c9f215a59" providerId="AD" clId="Web-{FF6549FD-3221-0570-7916-42E8C92210D7}" dt="2024-10-30T16:53:29.521" v="3" actId="34807"/>
          <ac:cxnSpMkLst>
            <pc:docMk/>
            <pc:sldMk cId="1394058944" sldId="264"/>
            <ac:cxnSpMk id="16" creationId="{CDF57B02-07BB-407B-BB36-06D9C64A673E}"/>
          </ac:cxnSpMkLst>
        </pc:cxnChg>
        <pc:cxnChg chg="add">
          <ac:chgData name="Jeremy Chapman (MECHANICS AND DEPLOYMENT)" userId="S::jchapman@microsoft.com::4bc43bf4-7905-4d6f-9008-356c9f215a59" providerId="AD" clId="Web-{FF6549FD-3221-0570-7916-42E8C92210D7}" dt="2024-10-30T16:53:29.521" v="3" actId="34807"/>
          <ac:cxnSpMkLst>
            <pc:docMk/>
            <pc:sldMk cId="1394058944" sldId="264"/>
            <ac:cxnSpMk id="18" creationId="{C6855964-C920-48EB-8804-74291211C8A9}"/>
          </ac:cxnSpMkLst>
        </pc:cxnChg>
      </pc:sldChg>
      <pc:sldChg chg="addSp modSp add mod setBg modClrScheme chgLayout">
        <pc:chgData name="Jeremy Chapman (MECHANICS AND DEPLOYMENT)" userId="S::jchapman@microsoft.com::4bc43bf4-7905-4d6f-9008-356c9f215a59" providerId="AD" clId="Web-{FF6549FD-3221-0570-7916-42E8C92210D7}" dt="2024-10-30T16:53:29.521" v="3" actId="34807"/>
        <pc:sldMkLst>
          <pc:docMk/>
          <pc:sldMk cId="1867981433" sldId="265"/>
        </pc:sldMkLst>
        <pc:spChg chg="mod ord">
          <ac:chgData name="Jeremy Chapman (MECHANICS AND DEPLOYMENT)" userId="S::jchapman@microsoft.com::4bc43bf4-7905-4d6f-9008-356c9f215a59" providerId="AD" clId="Web-{FF6549FD-3221-0570-7916-42E8C92210D7}" dt="2024-10-30T16:53:29.521" v="3" actId="34807"/>
          <ac:spMkLst>
            <pc:docMk/>
            <pc:sldMk cId="1867981433" sldId="265"/>
            <ac:spMk id="2" creationId="{8C88C0CF-AE3E-3CD6-40E2-F48A92EF3160}"/>
          </ac:spMkLst>
        </pc:spChg>
        <pc:spChg chg="mod">
          <ac:chgData name="Jeremy Chapman (MECHANICS AND DEPLOYMENT)" userId="S::jchapman@microsoft.com::4bc43bf4-7905-4d6f-9008-356c9f215a59" providerId="AD" clId="Web-{FF6549FD-3221-0570-7916-42E8C92210D7}" dt="2024-10-30T16:53:29.521" v="3" actId="34807"/>
          <ac:spMkLst>
            <pc:docMk/>
            <pc:sldMk cId="1867981433" sldId="265"/>
            <ac:spMk id="4" creationId="{0836D83C-4E21-3D59-01BD-1301C40C4187}"/>
          </ac:spMkLst>
        </pc:spChg>
        <pc:spChg chg="add">
          <ac:chgData name="Jeremy Chapman (MECHANICS AND DEPLOYMENT)" userId="S::jchapman@microsoft.com::4bc43bf4-7905-4d6f-9008-356c9f215a59" providerId="AD" clId="Web-{FF6549FD-3221-0570-7916-42E8C92210D7}" dt="2024-10-30T16:53:29.521" v="3" actId="34807"/>
          <ac:spMkLst>
            <pc:docMk/>
            <pc:sldMk cId="1867981433" sldId="265"/>
            <ac:spMk id="14" creationId="{E49D7415-2F11-44C2-B6AA-13A25B6814B9}"/>
          </ac:spMkLst>
        </pc:spChg>
        <pc:picChg chg="mod">
          <ac:chgData name="Jeremy Chapman (MECHANICS AND DEPLOYMENT)" userId="S::jchapman@microsoft.com::4bc43bf4-7905-4d6f-9008-356c9f215a59" providerId="AD" clId="Web-{FF6549FD-3221-0570-7916-42E8C92210D7}" dt="2024-10-30T16:53:29.521" v="3" actId="34807"/>
          <ac:picMkLst>
            <pc:docMk/>
            <pc:sldMk cId="1867981433" sldId="265"/>
            <ac:picMk id="5" creationId="{13D8DCD2-FCDC-429D-A223-BCDBD9C7ED15}"/>
          </ac:picMkLst>
        </pc:picChg>
        <pc:cxnChg chg="add">
          <ac:chgData name="Jeremy Chapman (MECHANICS AND DEPLOYMENT)" userId="S::jchapman@microsoft.com::4bc43bf4-7905-4d6f-9008-356c9f215a59" providerId="AD" clId="Web-{FF6549FD-3221-0570-7916-42E8C92210D7}" dt="2024-10-30T16:53:29.521" v="3" actId="34807"/>
          <ac:cxnSpMkLst>
            <pc:docMk/>
            <pc:sldMk cId="1867981433" sldId="265"/>
            <ac:cxnSpMk id="10" creationId="{F64F9B95-9045-48D2-B9F3-2927E98F54AA}"/>
          </ac:cxnSpMkLst>
        </pc:cxnChg>
        <pc:cxnChg chg="add">
          <ac:chgData name="Jeremy Chapman (MECHANICS AND DEPLOYMENT)" userId="S::jchapman@microsoft.com::4bc43bf4-7905-4d6f-9008-356c9f215a59" providerId="AD" clId="Web-{FF6549FD-3221-0570-7916-42E8C92210D7}" dt="2024-10-30T16:53:29.521" v="3" actId="34807"/>
          <ac:cxnSpMkLst>
            <pc:docMk/>
            <pc:sldMk cId="1867981433" sldId="265"/>
            <ac:cxnSpMk id="12" creationId="{085AA86F-6A4D-4BCB-A045-D992CDC2959B}"/>
          </ac:cxnSpMkLst>
        </pc:cxnChg>
        <pc:cxnChg chg="add">
          <ac:chgData name="Jeremy Chapman (MECHANICS AND DEPLOYMENT)" userId="S::jchapman@microsoft.com::4bc43bf4-7905-4d6f-9008-356c9f215a59" providerId="AD" clId="Web-{FF6549FD-3221-0570-7916-42E8C92210D7}" dt="2024-10-30T16:53:29.521" v="3" actId="34807"/>
          <ac:cxnSpMkLst>
            <pc:docMk/>
            <pc:sldMk cId="1867981433" sldId="265"/>
            <ac:cxnSpMk id="16" creationId="{40ADC89C-EB4E-4AA5-ABBD-448BEC5FA3C4}"/>
          </ac:cxnSpMkLst>
        </pc:cxnChg>
      </pc:sldChg>
      <pc:sldChg chg="addSp modSp add mod setBg modClrScheme chgLayout">
        <pc:chgData name="Jeremy Chapman (MECHANICS AND DEPLOYMENT)" userId="S::jchapman@microsoft.com::4bc43bf4-7905-4d6f-9008-356c9f215a59" providerId="AD" clId="Web-{FF6549FD-3221-0570-7916-42E8C92210D7}" dt="2024-10-30T16:53:29.521" v="3" actId="34807"/>
        <pc:sldMkLst>
          <pc:docMk/>
          <pc:sldMk cId="3821828542" sldId="266"/>
        </pc:sldMkLst>
        <pc:spChg chg="mod ord">
          <ac:chgData name="Jeremy Chapman (MECHANICS AND DEPLOYMENT)" userId="S::jchapman@microsoft.com::4bc43bf4-7905-4d6f-9008-356c9f215a59" providerId="AD" clId="Web-{FF6549FD-3221-0570-7916-42E8C92210D7}" dt="2024-10-30T16:53:29.521" v="3" actId="34807"/>
          <ac:spMkLst>
            <pc:docMk/>
            <pc:sldMk cId="3821828542" sldId="266"/>
            <ac:spMk id="2" creationId="{F5761B8E-1EB8-82D5-2461-F7E38B6E87F1}"/>
          </ac:spMkLst>
        </pc:spChg>
        <pc:spChg chg="mod">
          <ac:chgData name="Jeremy Chapman (MECHANICS AND DEPLOYMENT)" userId="S::jchapman@microsoft.com::4bc43bf4-7905-4d6f-9008-356c9f215a59" providerId="AD" clId="Web-{FF6549FD-3221-0570-7916-42E8C92210D7}" dt="2024-10-30T16:53:29.521" v="3" actId="34807"/>
          <ac:spMkLst>
            <pc:docMk/>
            <pc:sldMk cId="3821828542" sldId="266"/>
            <ac:spMk id="4" creationId="{482BEE2F-D45D-AF9F-C831-2C131B1AD744}"/>
          </ac:spMkLst>
        </pc:spChg>
        <pc:spChg chg="add">
          <ac:chgData name="Jeremy Chapman (MECHANICS AND DEPLOYMENT)" userId="S::jchapman@microsoft.com::4bc43bf4-7905-4d6f-9008-356c9f215a59" providerId="AD" clId="Web-{FF6549FD-3221-0570-7916-42E8C92210D7}" dt="2024-10-30T16:53:29.521" v="3" actId="34807"/>
          <ac:spMkLst>
            <pc:docMk/>
            <pc:sldMk cId="3821828542" sldId="266"/>
            <ac:spMk id="14" creationId="{E49D7415-2F11-44C2-B6AA-13A25B6814B9}"/>
          </ac:spMkLst>
        </pc:spChg>
        <pc:picChg chg="mod">
          <ac:chgData name="Jeremy Chapman (MECHANICS AND DEPLOYMENT)" userId="S::jchapman@microsoft.com::4bc43bf4-7905-4d6f-9008-356c9f215a59" providerId="AD" clId="Web-{FF6549FD-3221-0570-7916-42E8C92210D7}" dt="2024-10-30T16:53:29.521" v="3" actId="34807"/>
          <ac:picMkLst>
            <pc:docMk/>
            <pc:sldMk cId="3821828542" sldId="266"/>
            <ac:picMk id="5" creationId="{03CFA27F-78F1-4492-9DA8-9ADEFC98EFAB}"/>
          </ac:picMkLst>
        </pc:picChg>
        <pc:cxnChg chg="add">
          <ac:chgData name="Jeremy Chapman (MECHANICS AND DEPLOYMENT)" userId="S::jchapman@microsoft.com::4bc43bf4-7905-4d6f-9008-356c9f215a59" providerId="AD" clId="Web-{FF6549FD-3221-0570-7916-42E8C92210D7}" dt="2024-10-30T16:53:29.521" v="3" actId="34807"/>
          <ac:cxnSpMkLst>
            <pc:docMk/>
            <pc:sldMk cId="3821828542" sldId="266"/>
            <ac:cxnSpMk id="10" creationId="{F64F9B95-9045-48D2-B9F3-2927E98F54AA}"/>
          </ac:cxnSpMkLst>
        </pc:cxnChg>
        <pc:cxnChg chg="add">
          <ac:chgData name="Jeremy Chapman (MECHANICS AND DEPLOYMENT)" userId="S::jchapman@microsoft.com::4bc43bf4-7905-4d6f-9008-356c9f215a59" providerId="AD" clId="Web-{FF6549FD-3221-0570-7916-42E8C92210D7}" dt="2024-10-30T16:53:29.521" v="3" actId="34807"/>
          <ac:cxnSpMkLst>
            <pc:docMk/>
            <pc:sldMk cId="3821828542" sldId="266"/>
            <ac:cxnSpMk id="12" creationId="{085AA86F-6A4D-4BCB-A045-D992CDC2959B}"/>
          </ac:cxnSpMkLst>
        </pc:cxnChg>
        <pc:cxnChg chg="add">
          <ac:chgData name="Jeremy Chapman (MECHANICS AND DEPLOYMENT)" userId="S::jchapman@microsoft.com::4bc43bf4-7905-4d6f-9008-356c9f215a59" providerId="AD" clId="Web-{FF6549FD-3221-0570-7916-42E8C92210D7}" dt="2024-10-30T16:53:29.521" v="3" actId="34807"/>
          <ac:cxnSpMkLst>
            <pc:docMk/>
            <pc:sldMk cId="3821828542" sldId="266"/>
            <ac:cxnSpMk id="16" creationId="{40ADC89C-EB4E-4AA5-ABBD-448BEC5FA3C4}"/>
          </ac:cxnSpMkLst>
        </pc:cxnChg>
      </pc:sldChg>
      <pc:sldChg chg="addSp modSp add mod setBg modClrScheme chgLayout">
        <pc:chgData name="Jeremy Chapman (MECHANICS AND DEPLOYMENT)" userId="S::jchapman@microsoft.com::4bc43bf4-7905-4d6f-9008-356c9f215a59" providerId="AD" clId="Web-{FF6549FD-3221-0570-7916-42E8C92210D7}" dt="2024-10-30T16:53:29.521" v="3" actId="34807"/>
        <pc:sldMkLst>
          <pc:docMk/>
          <pc:sldMk cId="618573136" sldId="267"/>
        </pc:sldMkLst>
        <pc:spChg chg="mod">
          <ac:chgData name="Jeremy Chapman (MECHANICS AND DEPLOYMENT)" userId="S::jchapman@microsoft.com::4bc43bf4-7905-4d6f-9008-356c9f215a59" providerId="AD" clId="Web-{FF6549FD-3221-0570-7916-42E8C92210D7}" dt="2024-10-30T16:53:29.521" v="3" actId="34807"/>
          <ac:spMkLst>
            <pc:docMk/>
            <pc:sldMk cId="618573136" sldId="267"/>
            <ac:spMk id="2" creationId="{1A1BA91B-9950-5D98-9E8F-4C4683302319}"/>
          </ac:spMkLst>
        </pc:spChg>
        <pc:spChg chg="mod">
          <ac:chgData name="Jeremy Chapman (MECHANICS AND DEPLOYMENT)" userId="S::jchapman@microsoft.com::4bc43bf4-7905-4d6f-9008-356c9f215a59" providerId="AD" clId="Web-{FF6549FD-3221-0570-7916-42E8C92210D7}" dt="2024-10-30T16:53:29.521" v="3" actId="34807"/>
          <ac:spMkLst>
            <pc:docMk/>
            <pc:sldMk cId="618573136" sldId="267"/>
            <ac:spMk id="3" creationId="{6BE7936C-C3E6-8290-3A89-78428CFBD145}"/>
          </ac:spMkLst>
        </pc:spChg>
        <pc:spChg chg="add">
          <ac:chgData name="Jeremy Chapman (MECHANICS AND DEPLOYMENT)" userId="S::jchapman@microsoft.com::4bc43bf4-7905-4d6f-9008-356c9f215a59" providerId="AD" clId="Web-{FF6549FD-3221-0570-7916-42E8C92210D7}" dt="2024-10-30T16:53:29.521" v="3" actId="34807"/>
          <ac:spMkLst>
            <pc:docMk/>
            <pc:sldMk cId="618573136" sldId="267"/>
            <ac:spMk id="8" creationId="{5F710FDB-0919-493E-8539-8240C23F1EB2}"/>
          </ac:spMkLst>
        </pc:spChg>
        <pc:cxnChg chg="add">
          <ac:chgData name="Jeremy Chapman (MECHANICS AND DEPLOYMENT)" userId="S::jchapman@microsoft.com::4bc43bf4-7905-4d6f-9008-356c9f215a59" providerId="AD" clId="Web-{FF6549FD-3221-0570-7916-42E8C92210D7}" dt="2024-10-30T16:53:29.521" v="3" actId="34807"/>
          <ac:cxnSpMkLst>
            <pc:docMk/>
            <pc:sldMk cId="618573136" sldId="267"/>
            <ac:cxnSpMk id="10" creationId="{0AFF0B6C-73E2-4B40-9280-938C14922C87}"/>
          </ac:cxnSpMkLst>
        </pc:cxnChg>
      </pc:sldChg>
      <pc:sldChg chg="addSp modSp add mod setBg modClrScheme chgLayout">
        <pc:chgData name="Jeremy Chapman (MECHANICS AND DEPLOYMENT)" userId="S::jchapman@microsoft.com::4bc43bf4-7905-4d6f-9008-356c9f215a59" providerId="AD" clId="Web-{FF6549FD-3221-0570-7916-42E8C92210D7}" dt="2024-10-30T16:53:29.521" v="3" actId="34807"/>
        <pc:sldMkLst>
          <pc:docMk/>
          <pc:sldMk cId="3042945763" sldId="268"/>
        </pc:sldMkLst>
        <pc:spChg chg="mod ord">
          <ac:chgData name="Jeremy Chapman (MECHANICS AND DEPLOYMENT)" userId="S::jchapman@microsoft.com::4bc43bf4-7905-4d6f-9008-356c9f215a59" providerId="AD" clId="Web-{FF6549FD-3221-0570-7916-42E8C92210D7}" dt="2024-10-30T16:53:29.521" v="3" actId="34807"/>
          <ac:spMkLst>
            <pc:docMk/>
            <pc:sldMk cId="3042945763" sldId="268"/>
            <ac:spMk id="2" creationId="{C0220406-8F12-62A1-93C6-ADF259C9FFFC}"/>
          </ac:spMkLst>
        </pc:spChg>
        <pc:spChg chg="mod">
          <ac:chgData name="Jeremy Chapman (MECHANICS AND DEPLOYMENT)" userId="S::jchapman@microsoft.com::4bc43bf4-7905-4d6f-9008-356c9f215a59" providerId="AD" clId="Web-{FF6549FD-3221-0570-7916-42E8C92210D7}" dt="2024-10-30T16:53:29.521" v="3" actId="34807"/>
          <ac:spMkLst>
            <pc:docMk/>
            <pc:sldMk cId="3042945763" sldId="268"/>
            <ac:spMk id="4" creationId="{7E58A1F5-E87C-D14C-122A-58BCF3F3FBC7}"/>
          </ac:spMkLst>
        </pc:spChg>
        <pc:spChg chg="add">
          <ac:chgData name="Jeremy Chapman (MECHANICS AND DEPLOYMENT)" userId="S::jchapman@microsoft.com::4bc43bf4-7905-4d6f-9008-356c9f215a59" providerId="AD" clId="Web-{FF6549FD-3221-0570-7916-42E8C92210D7}" dt="2024-10-30T16:53:29.521" v="3" actId="34807"/>
          <ac:spMkLst>
            <pc:docMk/>
            <pc:sldMk cId="3042945763" sldId="268"/>
            <ac:spMk id="14" creationId="{660EB578-C970-4186-B93C-45851BBC6E34}"/>
          </ac:spMkLst>
        </pc:spChg>
        <pc:picChg chg="mod">
          <ac:chgData name="Jeremy Chapman (MECHANICS AND DEPLOYMENT)" userId="S::jchapman@microsoft.com::4bc43bf4-7905-4d6f-9008-356c9f215a59" providerId="AD" clId="Web-{FF6549FD-3221-0570-7916-42E8C92210D7}" dt="2024-10-30T16:53:29.521" v="3" actId="34807"/>
          <ac:picMkLst>
            <pc:docMk/>
            <pc:sldMk cId="3042945763" sldId="268"/>
            <ac:picMk id="5" creationId="{C5CE6815-FD25-4C0B-8179-BEDC218AB0BB}"/>
          </ac:picMkLst>
        </pc:picChg>
        <pc:cxnChg chg="add">
          <ac:chgData name="Jeremy Chapman (MECHANICS AND DEPLOYMENT)" userId="S::jchapman@microsoft.com::4bc43bf4-7905-4d6f-9008-356c9f215a59" providerId="AD" clId="Web-{FF6549FD-3221-0570-7916-42E8C92210D7}" dt="2024-10-30T16:53:29.521" v="3" actId="34807"/>
          <ac:cxnSpMkLst>
            <pc:docMk/>
            <pc:sldMk cId="3042945763" sldId="268"/>
            <ac:cxnSpMk id="10" creationId="{F64F9B95-9045-48D2-B9F3-2927E98F54AA}"/>
          </ac:cxnSpMkLst>
        </pc:cxnChg>
        <pc:cxnChg chg="add">
          <ac:chgData name="Jeremy Chapman (MECHANICS AND DEPLOYMENT)" userId="S::jchapman@microsoft.com::4bc43bf4-7905-4d6f-9008-356c9f215a59" providerId="AD" clId="Web-{FF6549FD-3221-0570-7916-42E8C92210D7}" dt="2024-10-30T16:53:29.521" v="3" actId="34807"/>
          <ac:cxnSpMkLst>
            <pc:docMk/>
            <pc:sldMk cId="3042945763" sldId="268"/>
            <ac:cxnSpMk id="12" creationId="{085AA86F-6A4D-4BCB-A045-D992CDC2959B}"/>
          </ac:cxnSpMkLst>
        </pc:cxnChg>
        <pc:cxnChg chg="add">
          <ac:chgData name="Jeremy Chapman (MECHANICS AND DEPLOYMENT)" userId="S::jchapman@microsoft.com::4bc43bf4-7905-4d6f-9008-356c9f215a59" providerId="AD" clId="Web-{FF6549FD-3221-0570-7916-42E8C92210D7}" dt="2024-10-30T16:53:29.521" v="3" actId="34807"/>
          <ac:cxnSpMkLst>
            <pc:docMk/>
            <pc:sldMk cId="3042945763" sldId="268"/>
            <ac:cxnSpMk id="16" creationId="{CDF57B02-07BB-407B-BB36-06D9C64A673E}"/>
          </ac:cxnSpMkLst>
        </pc:cxnChg>
        <pc:cxnChg chg="add">
          <ac:chgData name="Jeremy Chapman (MECHANICS AND DEPLOYMENT)" userId="S::jchapman@microsoft.com::4bc43bf4-7905-4d6f-9008-356c9f215a59" providerId="AD" clId="Web-{FF6549FD-3221-0570-7916-42E8C92210D7}" dt="2024-10-30T16:53:29.521" v="3" actId="34807"/>
          <ac:cxnSpMkLst>
            <pc:docMk/>
            <pc:sldMk cId="3042945763" sldId="268"/>
            <ac:cxnSpMk id="18" creationId="{C6855964-C920-48EB-8804-74291211C8A9}"/>
          </ac:cxnSpMkLst>
        </pc:cxnChg>
      </pc:sldChg>
      <pc:sldChg chg="addSp delSp modSp add mod setBg modClrScheme chgLayout">
        <pc:chgData name="Jeremy Chapman (MECHANICS AND DEPLOYMENT)" userId="S::jchapman@microsoft.com::4bc43bf4-7905-4d6f-9008-356c9f215a59" providerId="AD" clId="Web-{FF6549FD-3221-0570-7916-42E8C92210D7}" dt="2024-10-30T16:53:29.521" v="3" actId="34807"/>
        <pc:sldMkLst>
          <pc:docMk/>
          <pc:sldMk cId="454754581" sldId="269"/>
        </pc:sldMkLst>
        <pc:spChg chg="mod">
          <ac:chgData name="Jeremy Chapman (MECHANICS AND DEPLOYMENT)" userId="S::jchapman@microsoft.com::4bc43bf4-7905-4d6f-9008-356c9f215a59" providerId="AD" clId="Web-{FF6549FD-3221-0570-7916-42E8C92210D7}" dt="2024-10-30T16:53:29.521" v="3" actId="34807"/>
          <ac:spMkLst>
            <pc:docMk/>
            <pc:sldMk cId="454754581" sldId="269"/>
            <ac:spMk id="2" creationId="{1174BF75-E0F4-4190-F544-960BD848ADC7}"/>
          </ac:spMkLst>
        </pc:spChg>
        <pc:spChg chg="add">
          <ac:chgData name="Jeremy Chapman (MECHANICS AND DEPLOYMENT)" userId="S::jchapman@microsoft.com::4bc43bf4-7905-4d6f-9008-356c9f215a59" providerId="AD" clId="Web-{FF6549FD-3221-0570-7916-42E8C92210D7}" dt="2024-10-30T16:53:29.521" v="3" actId="34807"/>
          <ac:spMkLst>
            <pc:docMk/>
            <pc:sldMk cId="454754581" sldId="269"/>
            <ac:spMk id="9" creationId="{F68B2C62-7648-4430-90D5-AE0F252AF113}"/>
          </ac:spMkLst>
        </pc:spChg>
        <pc:graphicFrameChg chg="add mod">
          <ac:chgData name="Jeremy Chapman (MECHANICS AND DEPLOYMENT)" userId="S::jchapman@microsoft.com::4bc43bf4-7905-4d6f-9008-356c9f215a59" providerId="AD" clId="Web-{FF6549FD-3221-0570-7916-42E8C92210D7}" dt="2024-10-30T16:53:29.521" v="3" actId="34807"/>
          <ac:graphicFrameMkLst>
            <pc:docMk/>
            <pc:sldMk cId="454754581" sldId="269"/>
            <ac:graphicFrameMk id="5" creationId="{E282B1E8-C9C4-5649-4F16-B0FFE43C2A58}"/>
          </ac:graphicFrameMkLst>
        </pc:graphicFrameChg>
        <pc:cxnChg chg="add">
          <ac:chgData name="Jeremy Chapman (MECHANICS AND DEPLOYMENT)" userId="S::jchapman@microsoft.com::4bc43bf4-7905-4d6f-9008-356c9f215a59" providerId="AD" clId="Web-{FF6549FD-3221-0570-7916-42E8C92210D7}" dt="2024-10-30T16:53:29.521" v="3" actId="34807"/>
          <ac:cxnSpMkLst>
            <pc:docMk/>
            <pc:sldMk cId="454754581" sldId="269"/>
            <ac:cxnSpMk id="11" creationId="{AAD0195E-7F27-4D06-9427-0C121D721A14}"/>
          </ac:cxnSpMkLst>
        </pc:cxnChg>
        <pc:cxnChg chg="add">
          <ac:chgData name="Jeremy Chapman (MECHANICS AND DEPLOYMENT)" userId="S::jchapman@microsoft.com::4bc43bf4-7905-4d6f-9008-356c9f215a59" providerId="AD" clId="Web-{FF6549FD-3221-0570-7916-42E8C92210D7}" dt="2024-10-30T16:53:29.521" v="3" actId="34807"/>
          <ac:cxnSpMkLst>
            <pc:docMk/>
            <pc:sldMk cId="454754581" sldId="269"/>
            <ac:cxnSpMk id="13" creationId="{9D74C2FC-3228-4FC1-B97B-87AD35508D91}"/>
          </ac:cxnSpMkLst>
        </pc:cxnChg>
      </pc:sldChg>
      <pc:sldChg chg="addSp modSp add mod setBg modClrScheme chgLayout">
        <pc:chgData name="Jeremy Chapman (MECHANICS AND DEPLOYMENT)" userId="S::jchapman@microsoft.com::4bc43bf4-7905-4d6f-9008-356c9f215a59" providerId="AD" clId="Web-{FF6549FD-3221-0570-7916-42E8C92210D7}" dt="2024-10-30T16:53:29.521" v="3" actId="34807"/>
        <pc:sldMkLst>
          <pc:docMk/>
          <pc:sldMk cId="2491791988" sldId="270"/>
        </pc:sldMkLst>
        <pc:spChg chg="mod">
          <ac:chgData name="Jeremy Chapman (MECHANICS AND DEPLOYMENT)" userId="S::jchapman@microsoft.com::4bc43bf4-7905-4d6f-9008-356c9f215a59" providerId="AD" clId="Web-{FF6549FD-3221-0570-7916-42E8C92210D7}" dt="2024-10-30T16:53:29.521" v="3" actId="34807"/>
          <ac:spMkLst>
            <pc:docMk/>
            <pc:sldMk cId="2491791988" sldId="270"/>
            <ac:spMk id="2" creationId="{5C25D8D0-B7C9-B349-91CE-F78FE88F5856}"/>
          </ac:spMkLst>
        </pc:spChg>
        <pc:spChg chg="mod">
          <ac:chgData name="Jeremy Chapman (MECHANICS AND DEPLOYMENT)" userId="S::jchapman@microsoft.com::4bc43bf4-7905-4d6f-9008-356c9f215a59" providerId="AD" clId="Web-{FF6549FD-3221-0570-7916-42E8C92210D7}" dt="2024-10-30T16:53:29.521" v="3" actId="34807"/>
          <ac:spMkLst>
            <pc:docMk/>
            <pc:sldMk cId="2491791988" sldId="270"/>
            <ac:spMk id="4" creationId="{B1B72AC2-3F84-2898-7514-1BB8D9495760}"/>
          </ac:spMkLst>
        </pc:spChg>
        <pc:spChg chg="add">
          <ac:chgData name="Jeremy Chapman (MECHANICS AND DEPLOYMENT)" userId="S::jchapman@microsoft.com::4bc43bf4-7905-4d6f-9008-356c9f215a59" providerId="AD" clId="Web-{FF6549FD-3221-0570-7916-42E8C92210D7}" dt="2024-10-30T16:53:29.521" v="3" actId="34807"/>
          <ac:spMkLst>
            <pc:docMk/>
            <pc:sldMk cId="2491791988" sldId="270"/>
            <ac:spMk id="14" creationId="{E49D7415-2F11-44C2-B6AA-13A25B6814B9}"/>
          </ac:spMkLst>
        </pc:spChg>
        <pc:picChg chg="mod ord">
          <ac:chgData name="Jeremy Chapman (MECHANICS AND DEPLOYMENT)" userId="S::jchapman@microsoft.com::4bc43bf4-7905-4d6f-9008-356c9f215a59" providerId="AD" clId="Web-{FF6549FD-3221-0570-7916-42E8C92210D7}" dt="2024-10-30T16:53:29.521" v="3" actId="34807"/>
          <ac:picMkLst>
            <pc:docMk/>
            <pc:sldMk cId="2491791988" sldId="270"/>
            <ac:picMk id="5" creationId="{E2358A20-E5C0-4A16-9DF5-EF23F6C5B828}"/>
          </ac:picMkLst>
        </pc:picChg>
        <pc:cxnChg chg="add">
          <ac:chgData name="Jeremy Chapman (MECHANICS AND DEPLOYMENT)" userId="S::jchapman@microsoft.com::4bc43bf4-7905-4d6f-9008-356c9f215a59" providerId="AD" clId="Web-{FF6549FD-3221-0570-7916-42E8C92210D7}" dt="2024-10-30T16:53:29.521" v="3" actId="34807"/>
          <ac:cxnSpMkLst>
            <pc:docMk/>
            <pc:sldMk cId="2491791988" sldId="270"/>
            <ac:cxnSpMk id="10" creationId="{F64F9B95-9045-48D2-B9F3-2927E98F54AA}"/>
          </ac:cxnSpMkLst>
        </pc:cxnChg>
        <pc:cxnChg chg="add">
          <ac:chgData name="Jeremy Chapman (MECHANICS AND DEPLOYMENT)" userId="S::jchapman@microsoft.com::4bc43bf4-7905-4d6f-9008-356c9f215a59" providerId="AD" clId="Web-{FF6549FD-3221-0570-7916-42E8C92210D7}" dt="2024-10-30T16:53:29.521" v="3" actId="34807"/>
          <ac:cxnSpMkLst>
            <pc:docMk/>
            <pc:sldMk cId="2491791988" sldId="270"/>
            <ac:cxnSpMk id="12" creationId="{085AA86F-6A4D-4BCB-A045-D992CDC2959B}"/>
          </ac:cxnSpMkLst>
        </pc:cxnChg>
        <pc:cxnChg chg="add">
          <ac:chgData name="Jeremy Chapman (MECHANICS AND DEPLOYMENT)" userId="S::jchapman@microsoft.com::4bc43bf4-7905-4d6f-9008-356c9f215a59" providerId="AD" clId="Web-{FF6549FD-3221-0570-7916-42E8C92210D7}" dt="2024-10-30T16:53:29.521" v="3" actId="34807"/>
          <ac:cxnSpMkLst>
            <pc:docMk/>
            <pc:sldMk cId="2491791988" sldId="270"/>
            <ac:cxnSpMk id="16" creationId="{40ADC89C-EB4E-4AA5-ABBD-448BEC5FA3C4}"/>
          </ac:cxnSpMkLst>
        </pc:cxnChg>
      </pc:sldChg>
      <pc:sldChg chg="addSp modSp add mod setBg modClrScheme chgLayout">
        <pc:chgData name="Jeremy Chapman (MECHANICS AND DEPLOYMENT)" userId="S::jchapman@microsoft.com::4bc43bf4-7905-4d6f-9008-356c9f215a59" providerId="AD" clId="Web-{FF6549FD-3221-0570-7916-42E8C92210D7}" dt="2024-10-30T16:53:29.521" v="3" actId="34807"/>
        <pc:sldMkLst>
          <pc:docMk/>
          <pc:sldMk cId="1186308498" sldId="271"/>
        </pc:sldMkLst>
        <pc:spChg chg="mod">
          <ac:chgData name="Jeremy Chapman (MECHANICS AND DEPLOYMENT)" userId="S::jchapman@microsoft.com::4bc43bf4-7905-4d6f-9008-356c9f215a59" providerId="AD" clId="Web-{FF6549FD-3221-0570-7916-42E8C92210D7}" dt="2024-10-30T16:53:29.521" v="3" actId="34807"/>
          <ac:spMkLst>
            <pc:docMk/>
            <pc:sldMk cId="1186308498" sldId="271"/>
            <ac:spMk id="2" creationId="{1EF270EE-CB1F-65CA-1B6F-263073EA8666}"/>
          </ac:spMkLst>
        </pc:spChg>
        <pc:spChg chg="mod">
          <ac:chgData name="Jeremy Chapman (MECHANICS AND DEPLOYMENT)" userId="S::jchapman@microsoft.com::4bc43bf4-7905-4d6f-9008-356c9f215a59" providerId="AD" clId="Web-{FF6549FD-3221-0570-7916-42E8C92210D7}" dt="2024-10-30T16:53:29.521" v="3" actId="34807"/>
          <ac:spMkLst>
            <pc:docMk/>
            <pc:sldMk cId="1186308498" sldId="271"/>
            <ac:spMk id="3" creationId="{555A4C54-B45F-7CED-FA32-E818AABAAE8A}"/>
          </ac:spMkLst>
        </pc:spChg>
        <pc:spChg chg="add">
          <ac:chgData name="Jeremy Chapman (MECHANICS AND DEPLOYMENT)" userId="S::jchapman@microsoft.com::4bc43bf4-7905-4d6f-9008-356c9f215a59" providerId="AD" clId="Web-{FF6549FD-3221-0570-7916-42E8C92210D7}" dt="2024-10-30T16:53:29.521" v="3" actId="34807"/>
          <ac:spMkLst>
            <pc:docMk/>
            <pc:sldMk cId="1186308498" sldId="271"/>
            <ac:spMk id="8" creationId="{5F710FDB-0919-493E-8539-8240C23F1EB2}"/>
          </ac:spMkLst>
        </pc:spChg>
        <pc:cxnChg chg="add">
          <ac:chgData name="Jeremy Chapman (MECHANICS AND DEPLOYMENT)" userId="S::jchapman@microsoft.com::4bc43bf4-7905-4d6f-9008-356c9f215a59" providerId="AD" clId="Web-{FF6549FD-3221-0570-7916-42E8C92210D7}" dt="2024-10-30T16:53:29.521" v="3" actId="34807"/>
          <ac:cxnSpMkLst>
            <pc:docMk/>
            <pc:sldMk cId="1186308498" sldId="271"/>
            <ac:cxnSpMk id="10" creationId="{0AFF0B6C-73E2-4B40-9280-938C14922C87}"/>
          </ac:cxnSpMkLst>
        </pc:cxnChg>
      </pc:sldChg>
      <pc:sldChg chg="addSp modSp add mod setBg modClrScheme chgLayout">
        <pc:chgData name="Jeremy Chapman (MECHANICS AND DEPLOYMENT)" userId="S::jchapman@microsoft.com::4bc43bf4-7905-4d6f-9008-356c9f215a59" providerId="AD" clId="Web-{FF6549FD-3221-0570-7916-42E8C92210D7}" dt="2024-10-30T16:53:29.521" v="3" actId="34807"/>
        <pc:sldMkLst>
          <pc:docMk/>
          <pc:sldMk cId="2821039859" sldId="272"/>
        </pc:sldMkLst>
        <pc:spChg chg="mod">
          <ac:chgData name="Jeremy Chapman (MECHANICS AND DEPLOYMENT)" userId="S::jchapman@microsoft.com::4bc43bf4-7905-4d6f-9008-356c9f215a59" providerId="AD" clId="Web-{FF6549FD-3221-0570-7916-42E8C92210D7}" dt="2024-10-30T16:53:29.521" v="3" actId="34807"/>
          <ac:spMkLst>
            <pc:docMk/>
            <pc:sldMk cId="2821039859" sldId="272"/>
            <ac:spMk id="2" creationId="{D07D4F21-BAA1-718F-D63B-255724896C48}"/>
          </ac:spMkLst>
        </pc:spChg>
        <pc:spChg chg="mod">
          <ac:chgData name="Jeremy Chapman (MECHANICS AND DEPLOYMENT)" userId="S::jchapman@microsoft.com::4bc43bf4-7905-4d6f-9008-356c9f215a59" providerId="AD" clId="Web-{FF6549FD-3221-0570-7916-42E8C92210D7}" dt="2024-10-30T16:53:29.521" v="3" actId="34807"/>
          <ac:spMkLst>
            <pc:docMk/>
            <pc:sldMk cId="2821039859" sldId="272"/>
            <ac:spMk id="4" creationId="{8E50C3D9-F2F0-159F-4DC9-C0458DFF6856}"/>
          </ac:spMkLst>
        </pc:spChg>
        <pc:spChg chg="add">
          <ac:chgData name="Jeremy Chapman (MECHANICS AND DEPLOYMENT)" userId="S::jchapman@microsoft.com::4bc43bf4-7905-4d6f-9008-356c9f215a59" providerId="AD" clId="Web-{FF6549FD-3221-0570-7916-42E8C92210D7}" dt="2024-10-30T16:53:29.521" v="3" actId="34807"/>
          <ac:spMkLst>
            <pc:docMk/>
            <pc:sldMk cId="2821039859" sldId="272"/>
            <ac:spMk id="14" creationId="{E49D7415-2F11-44C2-B6AA-13A25B6814B9}"/>
          </ac:spMkLst>
        </pc:spChg>
        <pc:picChg chg="mod ord">
          <ac:chgData name="Jeremy Chapman (MECHANICS AND DEPLOYMENT)" userId="S::jchapman@microsoft.com::4bc43bf4-7905-4d6f-9008-356c9f215a59" providerId="AD" clId="Web-{FF6549FD-3221-0570-7916-42E8C92210D7}" dt="2024-10-30T16:53:29.521" v="3" actId="34807"/>
          <ac:picMkLst>
            <pc:docMk/>
            <pc:sldMk cId="2821039859" sldId="272"/>
            <ac:picMk id="5" creationId="{E36414BE-B830-4B62-8137-76A2B5EC1268}"/>
          </ac:picMkLst>
        </pc:picChg>
        <pc:cxnChg chg="add">
          <ac:chgData name="Jeremy Chapman (MECHANICS AND DEPLOYMENT)" userId="S::jchapman@microsoft.com::4bc43bf4-7905-4d6f-9008-356c9f215a59" providerId="AD" clId="Web-{FF6549FD-3221-0570-7916-42E8C92210D7}" dt="2024-10-30T16:53:29.521" v="3" actId="34807"/>
          <ac:cxnSpMkLst>
            <pc:docMk/>
            <pc:sldMk cId="2821039859" sldId="272"/>
            <ac:cxnSpMk id="10" creationId="{F64F9B95-9045-48D2-B9F3-2927E98F54AA}"/>
          </ac:cxnSpMkLst>
        </pc:cxnChg>
        <pc:cxnChg chg="add">
          <ac:chgData name="Jeremy Chapman (MECHANICS AND DEPLOYMENT)" userId="S::jchapman@microsoft.com::4bc43bf4-7905-4d6f-9008-356c9f215a59" providerId="AD" clId="Web-{FF6549FD-3221-0570-7916-42E8C92210D7}" dt="2024-10-30T16:53:29.521" v="3" actId="34807"/>
          <ac:cxnSpMkLst>
            <pc:docMk/>
            <pc:sldMk cId="2821039859" sldId="272"/>
            <ac:cxnSpMk id="12" creationId="{085AA86F-6A4D-4BCB-A045-D992CDC2959B}"/>
          </ac:cxnSpMkLst>
        </pc:cxnChg>
        <pc:cxnChg chg="add">
          <ac:chgData name="Jeremy Chapman (MECHANICS AND DEPLOYMENT)" userId="S::jchapman@microsoft.com::4bc43bf4-7905-4d6f-9008-356c9f215a59" providerId="AD" clId="Web-{FF6549FD-3221-0570-7916-42E8C92210D7}" dt="2024-10-30T16:53:29.521" v="3" actId="34807"/>
          <ac:cxnSpMkLst>
            <pc:docMk/>
            <pc:sldMk cId="2821039859" sldId="272"/>
            <ac:cxnSpMk id="16" creationId="{D2E57F3D-33BE-4306-87E6-245763719516}"/>
          </ac:cxnSpMkLst>
        </pc:cxnChg>
        <pc:cxnChg chg="add">
          <ac:chgData name="Jeremy Chapman (MECHANICS AND DEPLOYMENT)" userId="S::jchapman@microsoft.com::4bc43bf4-7905-4d6f-9008-356c9f215a59" providerId="AD" clId="Web-{FF6549FD-3221-0570-7916-42E8C92210D7}" dt="2024-10-30T16:53:29.521" v="3" actId="34807"/>
          <ac:cxnSpMkLst>
            <pc:docMk/>
            <pc:sldMk cId="2821039859" sldId="272"/>
            <ac:cxnSpMk id="18" creationId="{8E0104E4-99BC-494F-8342-F250828E574F}"/>
          </ac:cxnSpMkLst>
        </pc:cxnChg>
      </pc:sldChg>
      <pc:sldChg chg="addSp modSp add mod setBg modClrScheme chgLayout">
        <pc:chgData name="Jeremy Chapman (MECHANICS AND DEPLOYMENT)" userId="S::jchapman@microsoft.com::4bc43bf4-7905-4d6f-9008-356c9f215a59" providerId="AD" clId="Web-{FF6549FD-3221-0570-7916-42E8C92210D7}" dt="2024-10-30T16:53:29.521" v="3" actId="34807"/>
        <pc:sldMkLst>
          <pc:docMk/>
          <pc:sldMk cId="1687283182" sldId="273"/>
        </pc:sldMkLst>
        <pc:spChg chg="mod">
          <ac:chgData name="Jeremy Chapman (MECHANICS AND DEPLOYMENT)" userId="S::jchapman@microsoft.com::4bc43bf4-7905-4d6f-9008-356c9f215a59" providerId="AD" clId="Web-{FF6549FD-3221-0570-7916-42E8C92210D7}" dt="2024-10-30T16:53:29.521" v="3" actId="34807"/>
          <ac:spMkLst>
            <pc:docMk/>
            <pc:sldMk cId="1687283182" sldId="273"/>
            <ac:spMk id="2" creationId="{6662AE7A-E026-3BE4-C87A-E5D6B15B1806}"/>
          </ac:spMkLst>
        </pc:spChg>
        <pc:spChg chg="mod">
          <ac:chgData name="Jeremy Chapman (MECHANICS AND DEPLOYMENT)" userId="S::jchapman@microsoft.com::4bc43bf4-7905-4d6f-9008-356c9f215a59" providerId="AD" clId="Web-{FF6549FD-3221-0570-7916-42E8C92210D7}" dt="2024-10-30T16:53:29.521" v="3" actId="34807"/>
          <ac:spMkLst>
            <pc:docMk/>
            <pc:sldMk cId="1687283182" sldId="273"/>
            <ac:spMk id="3" creationId="{7CC5EA8E-2D01-C674-B943-D674F41B93CF}"/>
          </ac:spMkLst>
        </pc:spChg>
        <pc:spChg chg="add">
          <ac:chgData name="Jeremy Chapman (MECHANICS AND DEPLOYMENT)" userId="S::jchapman@microsoft.com::4bc43bf4-7905-4d6f-9008-356c9f215a59" providerId="AD" clId="Web-{FF6549FD-3221-0570-7916-42E8C92210D7}" dt="2024-10-30T16:53:29.521" v="3" actId="34807"/>
          <ac:spMkLst>
            <pc:docMk/>
            <pc:sldMk cId="1687283182" sldId="273"/>
            <ac:spMk id="8" creationId="{5F710FDB-0919-493E-8539-8240C23F1EB2}"/>
          </ac:spMkLst>
        </pc:spChg>
        <pc:cxnChg chg="add">
          <ac:chgData name="Jeremy Chapman (MECHANICS AND DEPLOYMENT)" userId="S::jchapman@microsoft.com::4bc43bf4-7905-4d6f-9008-356c9f215a59" providerId="AD" clId="Web-{FF6549FD-3221-0570-7916-42E8C92210D7}" dt="2024-10-30T16:53:29.521" v="3" actId="34807"/>
          <ac:cxnSpMkLst>
            <pc:docMk/>
            <pc:sldMk cId="1687283182" sldId="273"/>
            <ac:cxnSpMk id="10" creationId="{0AFF0B6C-73E2-4B40-9280-938C14922C87}"/>
          </ac:cxnSpMkLst>
        </pc:cxnChg>
      </pc:sldChg>
      <pc:sldMasterChg chg="addSp del delSldLayout">
        <pc:chgData name="Jeremy Chapman (MECHANICS AND DEPLOYMENT)" userId="S::jchapman@microsoft.com::4bc43bf4-7905-4d6f-9008-356c9f215a59" providerId="AD" clId="Web-{FF6549FD-3221-0570-7916-42E8C92210D7}" dt="2024-10-30T16:53:29.521" v="3" actId="34807"/>
        <pc:sldMasterMkLst>
          <pc:docMk/>
          <pc:sldMasterMk cId="2460954070" sldId="2147483660"/>
        </pc:sldMasterMkLst>
        <pc:sldLayoutChg chg="del">
          <pc:chgData name="Jeremy Chapman (MECHANICS AND DEPLOYMENT)" userId="S::jchapman@microsoft.com::4bc43bf4-7905-4d6f-9008-356c9f215a59" providerId="AD" clId="Web-{FF6549FD-3221-0570-7916-42E8C92210D7}" dt="2024-10-30T16:53:29.521" v="3" actId="34807"/>
          <pc:sldLayoutMkLst>
            <pc:docMk/>
            <pc:sldMasterMk cId="2460954070" sldId="2147483660"/>
            <pc:sldLayoutMk cId="2385387890" sldId="2147483661"/>
          </pc:sldLayoutMkLst>
        </pc:sldLayoutChg>
        <pc:sldLayoutChg chg="del">
          <pc:chgData name="Jeremy Chapman (MECHANICS AND DEPLOYMENT)" userId="S::jchapman@microsoft.com::4bc43bf4-7905-4d6f-9008-356c9f215a59" providerId="AD" clId="Web-{FF6549FD-3221-0570-7916-42E8C92210D7}" dt="2024-10-30T16:53:29.521" v="3" actId="34807"/>
          <pc:sldLayoutMkLst>
            <pc:docMk/>
            <pc:sldMasterMk cId="2460954070" sldId="2147483660"/>
            <pc:sldLayoutMk cId="949138452" sldId="2147483662"/>
          </pc:sldLayoutMkLst>
        </pc:sldLayoutChg>
        <pc:sldLayoutChg chg="del">
          <pc:chgData name="Jeremy Chapman (MECHANICS AND DEPLOYMENT)" userId="S::jchapman@microsoft.com::4bc43bf4-7905-4d6f-9008-356c9f215a59" providerId="AD" clId="Web-{FF6549FD-3221-0570-7916-42E8C92210D7}" dt="2024-10-30T16:53:29.521" v="3" actId="34807"/>
          <pc:sldLayoutMkLst>
            <pc:docMk/>
            <pc:sldMasterMk cId="2460954070" sldId="2147483660"/>
            <pc:sldLayoutMk cId="2591524520" sldId="2147483663"/>
          </pc:sldLayoutMkLst>
        </pc:sldLayoutChg>
        <pc:sldLayoutChg chg="del">
          <pc:chgData name="Jeremy Chapman (MECHANICS AND DEPLOYMENT)" userId="S::jchapman@microsoft.com::4bc43bf4-7905-4d6f-9008-356c9f215a59" providerId="AD" clId="Web-{FF6549FD-3221-0570-7916-42E8C92210D7}" dt="2024-10-30T16:53:29.521" v="3" actId="34807"/>
          <pc:sldLayoutMkLst>
            <pc:docMk/>
            <pc:sldMasterMk cId="2460954070" sldId="2147483660"/>
            <pc:sldLayoutMk cId="1203092039" sldId="2147483664"/>
          </pc:sldLayoutMkLst>
        </pc:sldLayoutChg>
        <pc:sldLayoutChg chg="del">
          <pc:chgData name="Jeremy Chapman (MECHANICS AND DEPLOYMENT)" userId="S::jchapman@microsoft.com::4bc43bf4-7905-4d6f-9008-356c9f215a59" providerId="AD" clId="Web-{FF6549FD-3221-0570-7916-42E8C92210D7}" dt="2024-10-30T16:53:29.521" v="3" actId="34807"/>
          <pc:sldLayoutMkLst>
            <pc:docMk/>
            <pc:sldMasterMk cId="2460954070" sldId="2147483660"/>
            <pc:sldLayoutMk cId="3733172339" sldId="2147483665"/>
          </pc:sldLayoutMkLst>
        </pc:sldLayoutChg>
        <pc:sldLayoutChg chg="del">
          <pc:chgData name="Jeremy Chapman (MECHANICS AND DEPLOYMENT)" userId="S::jchapman@microsoft.com::4bc43bf4-7905-4d6f-9008-356c9f215a59" providerId="AD" clId="Web-{FF6549FD-3221-0570-7916-42E8C92210D7}" dt="2024-10-30T16:53:29.521" v="3" actId="34807"/>
          <pc:sldLayoutMkLst>
            <pc:docMk/>
            <pc:sldMasterMk cId="2460954070" sldId="2147483660"/>
            <pc:sldLayoutMk cId="3210312558" sldId="2147483666"/>
          </pc:sldLayoutMkLst>
        </pc:sldLayoutChg>
        <pc:sldLayoutChg chg="del">
          <pc:chgData name="Jeremy Chapman (MECHANICS AND DEPLOYMENT)" userId="S::jchapman@microsoft.com::4bc43bf4-7905-4d6f-9008-356c9f215a59" providerId="AD" clId="Web-{FF6549FD-3221-0570-7916-42E8C92210D7}" dt="2024-10-30T16:53:29.521" v="3" actId="34807"/>
          <pc:sldLayoutMkLst>
            <pc:docMk/>
            <pc:sldMasterMk cId="2460954070" sldId="2147483660"/>
            <pc:sldLayoutMk cId="3146388984" sldId="2147483667"/>
          </pc:sldLayoutMkLst>
        </pc:sldLayoutChg>
        <pc:sldLayoutChg chg="del">
          <pc:chgData name="Jeremy Chapman (MECHANICS AND DEPLOYMENT)" userId="S::jchapman@microsoft.com::4bc43bf4-7905-4d6f-9008-356c9f215a59" providerId="AD" clId="Web-{FF6549FD-3221-0570-7916-42E8C92210D7}" dt="2024-10-30T16:53:29.521" v="3" actId="34807"/>
          <pc:sldLayoutMkLst>
            <pc:docMk/>
            <pc:sldMasterMk cId="2460954070" sldId="2147483660"/>
            <pc:sldLayoutMk cId="3171841454" sldId="2147483668"/>
          </pc:sldLayoutMkLst>
        </pc:sldLayoutChg>
        <pc:sldLayoutChg chg="del">
          <pc:chgData name="Jeremy Chapman (MECHANICS AND DEPLOYMENT)" userId="S::jchapman@microsoft.com::4bc43bf4-7905-4d6f-9008-356c9f215a59" providerId="AD" clId="Web-{FF6549FD-3221-0570-7916-42E8C92210D7}" dt="2024-10-30T16:53:29.521" v="3" actId="34807"/>
          <pc:sldLayoutMkLst>
            <pc:docMk/>
            <pc:sldMasterMk cId="2460954070" sldId="2147483660"/>
            <pc:sldLayoutMk cId="1718958274" sldId="2147483669"/>
          </pc:sldLayoutMkLst>
        </pc:sldLayoutChg>
        <pc:sldLayoutChg chg="del">
          <pc:chgData name="Jeremy Chapman (MECHANICS AND DEPLOYMENT)" userId="S::jchapman@microsoft.com::4bc43bf4-7905-4d6f-9008-356c9f215a59" providerId="AD" clId="Web-{FF6549FD-3221-0570-7916-42E8C92210D7}" dt="2024-10-30T16:53:29.521" v="3" actId="34807"/>
          <pc:sldLayoutMkLst>
            <pc:docMk/>
            <pc:sldMasterMk cId="2460954070" sldId="2147483660"/>
            <pc:sldLayoutMk cId="2202905451" sldId="2147483670"/>
          </pc:sldLayoutMkLst>
        </pc:sldLayoutChg>
        <pc:sldLayoutChg chg="del">
          <pc:chgData name="Jeremy Chapman (MECHANICS AND DEPLOYMENT)" userId="S::jchapman@microsoft.com::4bc43bf4-7905-4d6f-9008-356c9f215a59" providerId="AD" clId="Web-{FF6549FD-3221-0570-7916-42E8C92210D7}" dt="2024-10-30T16:53:29.521" v="3" actId="34807"/>
          <pc:sldLayoutMkLst>
            <pc:docMk/>
            <pc:sldMasterMk cId="2460954070" sldId="2147483660"/>
            <pc:sldLayoutMk cId="3479445657" sldId="2147483671"/>
          </pc:sldLayoutMkLst>
        </pc:sldLayoutChg>
      </pc:sldMasterChg>
      <pc:sldMasterChg chg="add addSldLayout">
        <pc:chgData name="Jeremy Chapman (MECHANICS AND DEPLOYMENT)" userId="S::jchapman@microsoft.com::4bc43bf4-7905-4d6f-9008-356c9f215a59" providerId="AD" clId="Web-{FF6549FD-3221-0570-7916-42E8C92210D7}" dt="2024-10-30T16:53:29.521" v="3" actId="34807"/>
        <pc:sldMasterMkLst>
          <pc:docMk/>
          <pc:sldMasterMk cId="775361218" sldId="2147483672"/>
        </pc:sldMasterMkLst>
        <pc:sldLayoutChg chg="add">
          <pc:chgData name="Jeremy Chapman (MECHANICS AND DEPLOYMENT)" userId="S::jchapman@microsoft.com::4bc43bf4-7905-4d6f-9008-356c9f215a59" providerId="AD" clId="Web-{FF6549FD-3221-0570-7916-42E8C92210D7}" dt="2024-10-30T16:53:29.521" v="3" actId="34807"/>
          <pc:sldLayoutMkLst>
            <pc:docMk/>
            <pc:sldMasterMk cId="775361218" sldId="2147483672"/>
            <pc:sldLayoutMk cId="2894644240" sldId="2147483673"/>
          </pc:sldLayoutMkLst>
        </pc:sldLayoutChg>
        <pc:sldLayoutChg chg="add">
          <pc:chgData name="Jeremy Chapman (MECHANICS AND DEPLOYMENT)" userId="S::jchapman@microsoft.com::4bc43bf4-7905-4d6f-9008-356c9f215a59" providerId="AD" clId="Web-{FF6549FD-3221-0570-7916-42E8C92210D7}" dt="2024-10-30T16:53:29.521" v="3" actId="34807"/>
          <pc:sldLayoutMkLst>
            <pc:docMk/>
            <pc:sldMasterMk cId="775361218" sldId="2147483672"/>
            <pc:sldLayoutMk cId="1289134783" sldId="2147483674"/>
          </pc:sldLayoutMkLst>
        </pc:sldLayoutChg>
        <pc:sldLayoutChg chg="add">
          <pc:chgData name="Jeremy Chapman (MECHANICS AND DEPLOYMENT)" userId="S::jchapman@microsoft.com::4bc43bf4-7905-4d6f-9008-356c9f215a59" providerId="AD" clId="Web-{FF6549FD-3221-0570-7916-42E8C92210D7}" dt="2024-10-30T16:53:29.521" v="3" actId="34807"/>
          <pc:sldLayoutMkLst>
            <pc:docMk/>
            <pc:sldMasterMk cId="775361218" sldId="2147483672"/>
            <pc:sldLayoutMk cId="2538065202" sldId="2147483675"/>
          </pc:sldLayoutMkLst>
        </pc:sldLayoutChg>
        <pc:sldLayoutChg chg="add">
          <pc:chgData name="Jeremy Chapman (MECHANICS AND DEPLOYMENT)" userId="S::jchapman@microsoft.com::4bc43bf4-7905-4d6f-9008-356c9f215a59" providerId="AD" clId="Web-{FF6549FD-3221-0570-7916-42E8C92210D7}" dt="2024-10-30T16:53:29.521" v="3" actId="34807"/>
          <pc:sldLayoutMkLst>
            <pc:docMk/>
            <pc:sldMasterMk cId="775361218" sldId="2147483672"/>
            <pc:sldLayoutMk cId="42052462" sldId="2147483676"/>
          </pc:sldLayoutMkLst>
        </pc:sldLayoutChg>
        <pc:sldLayoutChg chg="add">
          <pc:chgData name="Jeremy Chapman (MECHANICS AND DEPLOYMENT)" userId="S::jchapman@microsoft.com::4bc43bf4-7905-4d6f-9008-356c9f215a59" providerId="AD" clId="Web-{FF6549FD-3221-0570-7916-42E8C92210D7}" dt="2024-10-30T16:53:29.521" v="3" actId="34807"/>
          <pc:sldLayoutMkLst>
            <pc:docMk/>
            <pc:sldMasterMk cId="775361218" sldId="2147483672"/>
            <pc:sldLayoutMk cId="2125588032" sldId="2147483677"/>
          </pc:sldLayoutMkLst>
        </pc:sldLayoutChg>
        <pc:sldLayoutChg chg="add">
          <pc:chgData name="Jeremy Chapman (MECHANICS AND DEPLOYMENT)" userId="S::jchapman@microsoft.com::4bc43bf4-7905-4d6f-9008-356c9f215a59" providerId="AD" clId="Web-{FF6549FD-3221-0570-7916-42E8C92210D7}" dt="2024-10-30T16:53:29.521" v="3" actId="34807"/>
          <pc:sldLayoutMkLst>
            <pc:docMk/>
            <pc:sldMasterMk cId="775361218" sldId="2147483672"/>
            <pc:sldLayoutMk cId="3559215074" sldId="2147483678"/>
          </pc:sldLayoutMkLst>
        </pc:sldLayoutChg>
        <pc:sldLayoutChg chg="add">
          <pc:chgData name="Jeremy Chapman (MECHANICS AND DEPLOYMENT)" userId="S::jchapman@microsoft.com::4bc43bf4-7905-4d6f-9008-356c9f215a59" providerId="AD" clId="Web-{FF6549FD-3221-0570-7916-42E8C92210D7}" dt="2024-10-30T16:53:29.521" v="3" actId="34807"/>
          <pc:sldLayoutMkLst>
            <pc:docMk/>
            <pc:sldMasterMk cId="775361218" sldId="2147483672"/>
            <pc:sldLayoutMk cId="3526831623" sldId="2147483679"/>
          </pc:sldLayoutMkLst>
        </pc:sldLayoutChg>
        <pc:sldLayoutChg chg="add">
          <pc:chgData name="Jeremy Chapman (MECHANICS AND DEPLOYMENT)" userId="S::jchapman@microsoft.com::4bc43bf4-7905-4d6f-9008-356c9f215a59" providerId="AD" clId="Web-{FF6549FD-3221-0570-7916-42E8C92210D7}" dt="2024-10-30T16:53:29.521" v="3" actId="34807"/>
          <pc:sldLayoutMkLst>
            <pc:docMk/>
            <pc:sldMasterMk cId="775361218" sldId="2147483672"/>
            <pc:sldLayoutMk cId="3297364882" sldId="2147483680"/>
          </pc:sldLayoutMkLst>
        </pc:sldLayoutChg>
        <pc:sldLayoutChg chg="add">
          <pc:chgData name="Jeremy Chapman (MECHANICS AND DEPLOYMENT)" userId="S::jchapman@microsoft.com::4bc43bf4-7905-4d6f-9008-356c9f215a59" providerId="AD" clId="Web-{FF6549FD-3221-0570-7916-42E8C92210D7}" dt="2024-10-30T16:53:29.521" v="3" actId="34807"/>
          <pc:sldLayoutMkLst>
            <pc:docMk/>
            <pc:sldMasterMk cId="775361218" sldId="2147483672"/>
            <pc:sldLayoutMk cId="1473201642" sldId="2147483681"/>
          </pc:sldLayoutMkLst>
        </pc:sldLayoutChg>
        <pc:sldLayoutChg chg="add">
          <pc:chgData name="Jeremy Chapman (MECHANICS AND DEPLOYMENT)" userId="S::jchapman@microsoft.com::4bc43bf4-7905-4d6f-9008-356c9f215a59" providerId="AD" clId="Web-{FF6549FD-3221-0570-7916-42E8C92210D7}" dt="2024-10-30T16:53:29.521" v="3" actId="34807"/>
          <pc:sldLayoutMkLst>
            <pc:docMk/>
            <pc:sldMasterMk cId="775361218" sldId="2147483672"/>
            <pc:sldLayoutMk cId="2038649961" sldId="2147483682"/>
          </pc:sldLayoutMkLst>
        </pc:sldLayoutChg>
        <pc:sldLayoutChg chg="add">
          <pc:chgData name="Jeremy Chapman (MECHANICS AND DEPLOYMENT)" userId="S::jchapman@microsoft.com::4bc43bf4-7905-4d6f-9008-356c9f215a59" providerId="AD" clId="Web-{FF6549FD-3221-0570-7916-42E8C92210D7}" dt="2024-10-30T16:53:29.521" v="3" actId="34807"/>
          <pc:sldLayoutMkLst>
            <pc:docMk/>
            <pc:sldMasterMk cId="775361218" sldId="2147483672"/>
            <pc:sldLayoutMk cId="1754589997" sldId="2147483683"/>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DAB122-5FC1-4586-8DCF-73C789AC3610}" type="doc">
      <dgm:prSet loTypeId="urn:microsoft.com/office/officeart/2018/2/layout/IconLabelDescriptionList" loCatId="icon" qsTypeId="urn:microsoft.com/office/officeart/2005/8/quickstyle/simple1" qsCatId="simple" csTypeId="urn:microsoft.com/office/officeart/2005/8/colors/accent0_1" csCatId="mainScheme" phldr="1"/>
      <dgm:spPr/>
      <dgm:t>
        <a:bodyPr/>
        <a:lstStyle/>
        <a:p>
          <a:endParaRPr lang="en-US"/>
        </a:p>
      </dgm:t>
    </dgm:pt>
    <dgm:pt modelId="{76CB2283-D9F5-4A9D-A283-72699E7BBB36}">
      <dgm:prSet/>
      <dgm:spPr/>
      <dgm:t>
        <a:bodyPr/>
        <a:lstStyle/>
        <a:p>
          <a:pPr>
            <a:defRPr b="1"/>
          </a:pPr>
          <a:r>
            <a:rPr lang="en-US"/>
            <a:t>Monocrystalline Panels</a:t>
          </a:r>
        </a:p>
      </dgm:t>
    </dgm:pt>
    <dgm:pt modelId="{23C3F307-83DF-4FF3-843D-32C6A0F1EF62}" type="parTrans" cxnId="{C6A8127B-DFAB-474A-8FA6-1F956A664E68}">
      <dgm:prSet/>
      <dgm:spPr/>
      <dgm:t>
        <a:bodyPr/>
        <a:lstStyle/>
        <a:p>
          <a:endParaRPr lang="en-US"/>
        </a:p>
      </dgm:t>
    </dgm:pt>
    <dgm:pt modelId="{BB280AC5-E79F-4470-BF92-93CCF4CBD5E9}" type="sibTrans" cxnId="{C6A8127B-DFAB-474A-8FA6-1F956A664E68}">
      <dgm:prSet/>
      <dgm:spPr/>
      <dgm:t>
        <a:bodyPr/>
        <a:lstStyle/>
        <a:p>
          <a:endParaRPr lang="en-US"/>
        </a:p>
      </dgm:t>
    </dgm:pt>
    <dgm:pt modelId="{C34D66C1-88DF-412F-8B3F-02421EB853A5}">
      <dgm:prSet/>
      <dgm:spPr/>
      <dgm:t>
        <a:bodyPr/>
        <a:lstStyle/>
        <a:p>
          <a:r>
            <a:rPr lang="en-US"/>
            <a:t>Cost: $16,000 to $30,000</a:t>
          </a:r>
        </a:p>
      </dgm:t>
    </dgm:pt>
    <dgm:pt modelId="{44539CD8-B977-4871-818E-4805B991AE21}" type="parTrans" cxnId="{B337FE5A-5E6D-43E7-80AF-66FAFE40DAEE}">
      <dgm:prSet/>
      <dgm:spPr/>
      <dgm:t>
        <a:bodyPr/>
        <a:lstStyle/>
        <a:p>
          <a:endParaRPr lang="en-US"/>
        </a:p>
      </dgm:t>
    </dgm:pt>
    <dgm:pt modelId="{805DAE91-2AA4-4C78-878C-A9F2177E3416}" type="sibTrans" cxnId="{B337FE5A-5E6D-43E7-80AF-66FAFE40DAEE}">
      <dgm:prSet/>
      <dgm:spPr/>
      <dgm:t>
        <a:bodyPr/>
        <a:lstStyle/>
        <a:p>
          <a:endParaRPr lang="en-US"/>
        </a:p>
      </dgm:t>
    </dgm:pt>
    <dgm:pt modelId="{A7D35D57-6769-4A73-9E25-82CE2627206C}">
      <dgm:prSet/>
      <dgm:spPr/>
      <dgm:t>
        <a:bodyPr/>
        <a:lstStyle/>
        <a:p>
          <a:r>
            <a:rPr lang="en-US"/>
            <a:t>Assumption: 20 kW system</a:t>
          </a:r>
        </a:p>
      </dgm:t>
    </dgm:pt>
    <dgm:pt modelId="{93756806-9356-4924-9CC1-703CE97EDA77}" type="parTrans" cxnId="{0B4DFB7E-DCC6-4A8D-AFB9-19DD4F125989}">
      <dgm:prSet/>
      <dgm:spPr/>
      <dgm:t>
        <a:bodyPr/>
        <a:lstStyle/>
        <a:p>
          <a:endParaRPr lang="en-US"/>
        </a:p>
      </dgm:t>
    </dgm:pt>
    <dgm:pt modelId="{65D9EAE1-4D1C-495B-862B-87D5DFAF63CC}" type="sibTrans" cxnId="{0B4DFB7E-DCC6-4A8D-AFB9-19DD4F125989}">
      <dgm:prSet/>
      <dgm:spPr/>
      <dgm:t>
        <a:bodyPr/>
        <a:lstStyle/>
        <a:p>
          <a:endParaRPr lang="en-US"/>
        </a:p>
      </dgm:t>
    </dgm:pt>
    <dgm:pt modelId="{DC9DCE80-C67E-40E1-BE0E-D7A264DDCFEB}">
      <dgm:prSet/>
      <dgm:spPr/>
      <dgm:t>
        <a:bodyPr/>
        <a:lstStyle/>
        <a:p>
          <a:pPr>
            <a:defRPr b="1"/>
          </a:pPr>
          <a:r>
            <a:rPr lang="en-US"/>
            <a:t>Polycrystalline Panels</a:t>
          </a:r>
        </a:p>
      </dgm:t>
    </dgm:pt>
    <dgm:pt modelId="{E8A1AC2E-D5AE-4773-ACB4-D17671C0F505}" type="parTrans" cxnId="{2A8B4DD3-FCB3-46F1-BB7E-063307DCEADD}">
      <dgm:prSet/>
      <dgm:spPr/>
      <dgm:t>
        <a:bodyPr/>
        <a:lstStyle/>
        <a:p>
          <a:endParaRPr lang="en-US"/>
        </a:p>
      </dgm:t>
    </dgm:pt>
    <dgm:pt modelId="{D6A84935-A012-4E18-BDB6-BBCCD2F8EBF7}" type="sibTrans" cxnId="{2A8B4DD3-FCB3-46F1-BB7E-063307DCEADD}">
      <dgm:prSet/>
      <dgm:spPr/>
      <dgm:t>
        <a:bodyPr/>
        <a:lstStyle/>
        <a:p>
          <a:endParaRPr lang="en-US"/>
        </a:p>
      </dgm:t>
    </dgm:pt>
    <dgm:pt modelId="{B7110051-5155-4CCB-A1DC-4B30768E45EF}">
      <dgm:prSet/>
      <dgm:spPr/>
      <dgm:t>
        <a:bodyPr/>
        <a:lstStyle/>
        <a:p>
          <a:r>
            <a:rPr lang="en-US"/>
            <a:t>Cost: $12,000 to $20,000</a:t>
          </a:r>
        </a:p>
      </dgm:t>
    </dgm:pt>
    <dgm:pt modelId="{11EE3625-11D3-46C5-B069-9BC47246EE8E}" type="parTrans" cxnId="{B630E0AA-A186-4C23-811E-39CF31F18BA3}">
      <dgm:prSet/>
      <dgm:spPr/>
      <dgm:t>
        <a:bodyPr/>
        <a:lstStyle/>
        <a:p>
          <a:endParaRPr lang="en-US"/>
        </a:p>
      </dgm:t>
    </dgm:pt>
    <dgm:pt modelId="{A62B27AD-EE0E-47E2-9B7C-D9E62141E6A3}" type="sibTrans" cxnId="{B630E0AA-A186-4C23-811E-39CF31F18BA3}">
      <dgm:prSet/>
      <dgm:spPr/>
      <dgm:t>
        <a:bodyPr/>
        <a:lstStyle/>
        <a:p>
          <a:endParaRPr lang="en-US"/>
        </a:p>
      </dgm:t>
    </dgm:pt>
    <dgm:pt modelId="{8FDF8C3D-E13D-4455-B4CA-8B0A495CE105}">
      <dgm:prSet/>
      <dgm:spPr/>
      <dgm:t>
        <a:bodyPr/>
        <a:lstStyle/>
        <a:p>
          <a:r>
            <a:rPr lang="en-US"/>
            <a:t>Assumption: 20 kW system</a:t>
          </a:r>
        </a:p>
      </dgm:t>
    </dgm:pt>
    <dgm:pt modelId="{0C47F608-D2C0-4B2B-9D5A-86F5CE7F2D90}" type="parTrans" cxnId="{11A11C6E-D7A6-4821-9895-3629C6C7D318}">
      <dgm:prSet/>
      <dgm:spPr/>
      <dgm:t>
        <a:bodyPr/>
        <a:lstStyle/>
        <a:p>
          <a:endParaRPr lang="en-US"/>
        </a:p>
      </dgm:t>
    </dgm:pt>
    <dgm:pt modelId="{6B5C7BDF-A4A2-4850-9B1E-9FDA6C0492CC}" type="sibTrans" cxnId="{11A11C6E-D7A6-4821-9895-3629C6C7D318}">
      <dgm:prSet/>
      <dgm:spPr/>
      <dgm:t>
        <a:bodyPr/>
        <a:lstStyle/>
        <a:p>
          <a:endParaRPr lang="en-US"/>
        </a:p>
      </dgm:t>
    </dgm:pt>
    <dgm:pt modelId="{BA85B476-BCF2-41F7-8912-BCB74C4A628E}" type="pres">
      <dgm:prSet presAssocID="{38DAB122-5FC1-4586-8DCF-73C789AC3610}" presName="root" presStyleCnt="0">
        <dgm:presLayoutVars>
          <dgm:dir/>
          <dgm:resizeHandles val="exact"/>
        </dgm:presLayoutVars>
      </dgm:prSet>
      <dgm:spPr/>
    </dgm:pt>
    <dgm:pt modelId="{A81961B4-FFC2-4E5E-968E-40F0971E4224}" type="pres">
      <dgm:prSet presAssocID="{76CB2283-D9F5-4A9D-A283-72699E7BBB36}" presName="compNode" presStyleCnt="0"/>
      <dgm:spPr/>
    </dgm:pt>
    <dgm:pt modelId="{B564872A-AB6F-4115-B482-73BAB04140AC}" type="pres">
      <dgm:prSet presAssocID="{76CB2283-D9F5-4A9D-A283-72699E7BBB3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indmill"/>
        </a:ext>
      </dgm:extLst>
    </dgm:pt>
    <dgm:pt modelId="{75E62FC4-D909-4C54-9EB6-BADF9C8B9D93}" type="pres">
      <dgm:prSet presAssocID="{76CB2283-D9F5-4A9D-A283-72699E7BBB36}" presName="iconSpace" presStyleCnt="0"/>
      <dgm:spPr/>
    </dgm:pt>
    <dgm:pt modelId="{E955926A-2EB0-48ED-AD64-16A2BDC665E3}" type="pres">
      <dgm:prSet presAssocID="{76CB2283-D9F5-4A9D-A283-72699E7BBB36}" presName="parTx" presStyleLbl="revTx" presStyleIdx="0" presStyleCnt="4">
        <dgm:presLayoutVars>
          <dgm:chMax val="0"/>
          <dgm:chPref val="0"/>
        </dgm:presLayoutVars>
      </dgm:prSet>
      <dgm:spPr/>
    </dgm:pt>
    <dgm:pt modelId="{B948A60C-6FDD-46F1-ACDD-C972C9248A0F}" type="pres">
      <dgm:prSet presAssocID="{76CB2283-D9F5-4A9D-A283-72699E7BBB36}" presName="txSpace" presStyleCnt="0"/>
      <dgm:spPr/>
    </dgm:pt>
    <dgm:pt modelId="{CE8A55DB-867F-4FFD-8646-BED371379A9A}" type="pres">
      <dgm:prSet presAssocID="{76CB2283-D9F5-4A9D-A283-72699E7BBB36}" presName="desTx" presStyleLbl="revTx" presStyleIdx="1" presStyleCnt="4">
        <dgm:presLayoutVars/>
      </dgm:prSet>
      <dgm:spPr/>
    </dgm:pt>
    <dgm:pt modelId="{94013033-E948-4420-9DB4-8FF9E5183727}" type="pres">
      <dgm:prSet presAssocID="{BB280AC5-E79F-4470-BF92-93CCF4CBD5E9}" presName="sibTrans" presStyleCnt="0"/>
      <dgm:spPr/>
    </dgm:pt>
    <dgm:pt modelId="{5E2EA19B-1F76-41DD-AC42-373983FCB45E}" type="pres">
      <dgm:prSet presAssocID="{DC9DCE80-C67E-40E1-BE0E-D7A264DDCFEB}" presName="compNode" presStyleCnt="0"/>
      <dgm:spPr/>
    </dgm:pt>
    <dgm:pt modelId="{D8B66F9B-7B62-441C-A0B5-EC186C33AFB8}" type="pres">
      <dgm:prSet presAssocID="{DC9DCE80-C67E-40E1-BE0E-D7A264DDCFE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41740327-B9DA-4B7F-A590-99B88A91297B}" type="pres">
      <dgm:prSet presAssocID="{DC9DCE80-C67E-40E1-BE0E-D7A264DDCFEB}" presName="iconSpace" presStyleCnt="0"/>
      <dgm:spPr/>
    </dgm:pt>
    <dgm:pt modelId="{8B2AC76A-BAC7-4A06-B2A7-7B5E58896148}" type="pres">
      <dgm:prSet presAssocID="{DC9DCE80-C67E-40E1-BE0E-D7A264DDCFEB}" presName="parTx" presStyleLbl="revTx" presStyleIdx="2" presStyleCnt="4">
        <dgm:presLayoutVars>
          <dgm:chMax val="0"/>
          <dgm:chPref val="0"/>
        </dgm:presLayoutVars>
      </dgm:prSet>
      <dgm:spPr/>
    </dgm:pt>
    <dgm:pt modelId="{FA023170-3CAA-444E-805A-36658FEBD3DB}" type="pres">
      <dgm:prSet presAssocID="{DC9DCE80-C67E-40E1-BE0E-D7A264DDCFEB}" presName="txSpace" presStyleCnt="0"/>
      <dgm:spPr/>
    </dgm:pt>
    <dgm:pt modelId="{275E5BA6-912C-4E0E-B70A-1282489F00E8}" type="pres">
      <dgm:prSet presAssocID="{DC9DCE80-C67E-40E1-BE0E-D7A264DDCFEB}" presName="desTx" presStyleLbl="revTx" presStyleIdx="3" presStyleCnt="4">
        <dgm:presLayoutVars/>
      </dgm:prSet>
      <dgm:spPr/>
    </dgm:pt>
  </dgm:ptLst>
  <dgm:cxnLst>
    <dgm:cxn modelId="{75720818-D2B9-4D09-9BEC-1CC3498A6560}" type="presOf" srcId="{A7D35D57-6769-4A73-9E25-82CE2627206C}" destId="{CE8A55DB-867F-4FFD-8646-BED371379A9A}" srcOrd="0" destOrd="1" presId="urn:microsoft.com/office/officeart/2018/2/layout/IconLabelDescriptionList"/>
    <dgm:cxn modelId="{7005E01B-1B9D-4518-81E6-A69319FE1707}" type="presOf" srcId="{76CB2283-D9F5-4A9D-A283-72699E7BBB36}" destId="{E955926A-2EB0-48ED-AD64-16A2BDC665E3}" srcOrd="0" destOrd="0" presId="urn:microsoft.com/office/officeart/2018/2/layout/IconLabelDescriptionList"/>
    <dgm:cxn modelId="{B9217C6D-DD24-4911-A76F-E7DBA4A0ACEB}" type="presOf" srcId="{C34D66C1-88DF-412F-8B3F-02421EB853A5}" destId="{CE8A55DB-867F-4FFD-8646-BED371379A9A}" srcOrd="0" destOrd="0" presId="urn:microsoft.com/office/officeart/2018/2/layout/IconLabelDescriptionList"/>
    <dgm:cxn modelId="{11A11C6E-D7A6-4821-9895-3629C6C7D318}" srcId="{DC9DCE80-C67E-40E1-BE0E-D7A264DDCFEB}" destId="{8FDF8C3D-E13D-4455-B4CA-8B0A495CE105}" srcOrd="1" destOrd="0" parTransId="{0C47F608-D2C0-4B2B-9D5A-86F5CE7F2D90}" sibTransId="{6B5C7BDF-A4A2-4850-9B1E-9FDA6C0492CC}"/>
    <dgm:cxn modelId="{B337FE5A-5E6D-43E7-80AF-66FAFE40DAEE}" srcId="{76CB2283-D9F5-4A9D-A283-72699E7BBB36}" destId="{C34D66C1-88DF-412F-8B3F-02421EB853A5}" srcOrd="0" destOrd="0" parTransId="{44539CD8-B977-4871-818E-4805B991AE21}" sibTransId="{805DAE91-2AA4-4C78-878C-A9F2177E3416}"/>
    <dgm:cxn modelId="{C6A8127B-DFAB-474A-8FA6-1F956A664E68}" srcId="{38DAB122-5FC1-4586-8DCF-73C789AC3610}" destId="{76CB2283-D9F5-4A9D-A283-72699E7BBB36}" srcOrd="0" destOrd="0" parTransId="{23C3F307-83DF-4FF3-843D-32C6A0F1EF62}" sibTransId="{BB280AC5-E79F-4470-BF92-93CCF4CBD5E9}"/>
    <dgm:cxn modelId="{0B4DFB7E-DCC6-4A8D-AFB9-19DD4F125989}" srcId="{76CB2283-D9F5-4A9D-A283-72699E7BBB36}" destId="{A7D35D57-6769-4A73-9E25-82CE2627206C}" srcOrd="1" destOrd="0" parTransId="{93756806-9356-4924-9CC1-703CE97EDA77}" sibTransId="{65D9EAE1-4D1C-495B-862B-87D5DFAF63CC}"/>
    <dgm:cxn modelId="{A2009E8D-4A29-440D-A09A-6EB4BABB49A0}" type="presOf" srcId="{DC9DCE80-C67E-40E1-BE0E-D7A264DDCFEB}" destId="{8B2AC76A-BAC7-4A06-B2A7-7B5E58896148}" srcOrd="0" destOrd="0" presId="urn:microsoft.com/office/officeart/2018/2/layout/IconLabelDescriptionList"/>
    <dgm:cxn modelId="{B630E0AA-A186-4C23-811E-39CF31F18BA3}" srcId="{DC9DCE80-C67E-40E1-BE0E-D7A264DDCFEB}" destId="{B7110051-5155-4CCB-A1DC-4B30768E45EF}" srcOrd="0" destOrd="0" parTransId="{11EE3625-11D3-46C5-B069-9BC47246EE8E}" sibTransId="{A62B27AD-EE0E-47E2-9B7C-D9E62141E6A3}"/>
    <dgm:cxn modelId="{2A8B4DD3-FCB3-46F1-BB7E-063307DCEADD}" srcId="{38DAB122-5FC1-4586-8DCF-73C789AC3610}" destId="{DC9DCE80-C67E-40E1-BE0E-D7A264DDCFEB}" srcOrd="1" destOrd="0" parTransId="{E8A1AC2E-D5AE-4773-ACB4-D17671C0F505}" sibTransId="{D6A84935-A012-4E18-BDB6-BBCCD2F8EBF7}"/>
    <dgm:cxn modelId="{5D4128DC-CB42-4BFA-A3DC-E00C17A02A14}" type="presOf" srcId="{B7110051-5155-4CCB-A1DC-4B30768E45EF}" destId="{275E5BA6-912C-4E0E-B70A-1282489F00E8}" srcOrd="0" destOrd="0" presId="urn:microsoft.com/office/officeart/2018/2/layout/IconLabelDescriptionList"/>
    <dgm:cxn modelId="{3B9F36E9-5417-465E-96A9-2C3A1E8C0D90}" type="presOf" srcId="{38DAB122-5FC1-4586-8DCF-73C789AC3610}" destId="{BA85B476-BCF2-41F7-8912-BCB74C4A628E}" srcOrd="0" destOrd="0" presId="urn:microsoft.com/office/officeart/2018/2/layout/IconLabelDescriptionList"/>
    <dgm:cxn modelId="{F9BC58FB-7C26-4B8C-B8EB-4C4247EA6E9B}" type="presOf" srcId="{8FDF8C3D-E13D-4455-B4CA-8B0A495CE105}" destId="{275E5BA6-912C-4E0E-B70A-1282489F00E8}" srcOrd="0" destOrd="1" presId="urn:microsoft.com/office/officeart/2018/2/layout/IconLabelDescriptionList"/>
    <dgm:cxn modelId="{FAE69408-54D0-4D85-B776-188CE70AE0AF}" type="presParOf" srcId="{BA85B476-BCF2-41F7-8912-BCB74C4A628E}" destId="{A81961B4-FFC2-4E5E-968E-40F0971E4224}" srcOrd="0" destOrd="0" presId="urn:microsoft.com/office/officeart/2018/2/layout/IconLabelDescriptionList"/>
    <dgm:cxn modelId="{8DB1C1B1-E049-40B4-AE18-49F25381D3A2}" type="presParOf" srcId="{A81961B4-FFC2-4E5E-968E-40F0971E4224}" destId="{B564872A-AB6F-4115-B482-73BAB04140AC}" srcOrd="0" destOrd="0" presId="urn:microsoft.com/office/officeart/2018/2/layout/IconLabelDescriptionList"/>
    <dgm:cxn modelId="{F256E54C-9D67-42EE-8584-A69C68EE4CB2}" type="presParOf" srcId="{A81961B4-FFC2-4E5E-968E-40F0971E4224}" destId="{75E62FC4-D909-4C54-9EB6-BADF9C8B9D93}" srcOrd="1" destOrd="0" presId="urn:microsoft.com/office/officeart/2018/2/layout/IconLabelDescriptionList"/>
    <dgm:cxn modelId="{106A7A98-6341-4A03-9EF0-685591F08710}" type="presParOf" srcId="{A81961B4-FFC2-4E5E-968E-40F0971E4224}" destId="{E955926A-2EB0-48ED-AD64-16A2BDC665E3}" srcOrd="2" destOrd="0" presId="urn:microsoft.com/office/officeart/2018/2/layout/IconLabelDescriptionList"/>
    <dgm:cxn modelId="{FC6ED0AB-8A17-4E54-8C72-4F98EA872E9C}" type="presParOf" srcId="{A81961B4-FFC2-4E5E-968E-40F0971E4224}" destId="{B948A60C-6FDD-46F1-ACDD-C972C9248A0F}" srcOrd="3" destOrd="0" presId="urn:microsoft.com/office/officeart/2018/2/layout/IconLabelDescriptionList"/>
    <dgm:cxn modelId="{C2BED42D-C8FF-4575-B91A-1DE09979EE98}" type="presParOf" srcId="{A81961B4-FFC2-4E5E-968E-40F0971E4224}" destId="{CE8A55DB-867F-4FFD-8646-BED371379A9A}" srcOrd="4" destOrd="0" presId="urn:microsoft.com/office/officeart/2018/2/layout/IconLabelDescriptionList"/>
    <dgm:cxn modelId="{076A8E01-4680-4A19-A242-E9C4C9D02C08}" type="presParOf" srcId="{BA85B476-BCF2-41F7-8912-BCB74C4A628E}" destId="{94013033-E948-4420-9DB4-8FF9E5183727}" srcOrd="1" destOrd="0" presId="urn:microsoft.com/office/officeart/2018/2/layout/IconLabelDescriptionList"/>
    <dgm:cxn modelId="{6B5303B4-3B84-4C21-A4EC-66A81FC393FE}" type="presParOf" srcId="{BA85B476-BCF2-41F7-8912-BCB74C4A628E}" destId="{5E2EA19B-1F76-41DD-AC42-373983FCB45E}" srcOrd="2" destOrd="0" presId="urn:microsoft.com/office/officeart/2018/2/layout/IconLabelDescriptionList"/>
    <dgm:cxn modelId="{88AD307D-1BB1-4B48-A025-0D8B1D26514F}" type="presParOf" srcId="{5E2EA19B-1F76-41DD-AC42-373983FCB45E}" destId="{D8B66F9B-7B62-441C-A0B5-EC186C33AFB8}" srcOrd="0" destOrd="0" presId="urn:microsoft.com/office/officeart/2018/2/layout/IconLabelDescriptionList"/>
    <dgm:cxn modelId="{4DD1F2A3-CF09-4540-96FE-960A6150CB4A}" type="presParOf" srcId="{5E2EA19B-1F76-41DD-AC42-373983FCB45E}" destId="{41740327-B9DA-4B7F-A590-99B88A91297B}" srcOrd="1" destOrd="0" presId="urn:microsoft.com/office/officeart/2018/2/layout/IconLabelDescriptionList"/>
    <dgm:cxn modelId="{1E145FC3-F219-4C9B-A0FF-FAC2AA1C1BE1}" type="presParOf" srcId="{5E2EA19B-1F76-41DD-AC42-373983FCB45E}" destId="{8B2AC76A-BAC7-4A06-B2A7-7B5E58896148}" srcOrd="2" destOrd="0" presId="urn:microsoft.com/office/officeart/2018/2/layout/IconLabelDescriptionList"/>
    <dgm:cxn modelId="{916B6EE0-2228-4394-BA34-25BFEA8DA684}" type="presParOf" srcId="{5E2EA19B-1F76-41DD-AC42-373983FCB45E}" destId="{FA023170-3CAA-444E-805A-36658FEBD3DB}" srcOrd="3" destOrd="0" presId="urn:microsoft.com/office/officeart/2018/2/layout/IconLabelDescriptionList"/>
    <dgm:cxn modelId="{99DE6AB5-C87B-4280-B74B-8EC18B30862C}" type="presParOf" srcId="{5E2EA19B-1F76-41DD-AC42-373983FCB45E}" destId="{275E5BA6-912C-4E0E-B70A-1282489F00E8}"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64872A-AB6F-4115-B482-73BAB04140AC}">
      <dsp:nvSpPr>
        <dsp:cNvPr id="0" name=""/>
        <dsp:cNvSpPr/>
      </dsp:nvSpPr>
      <dsp:spPr>
        <a:xfrm>
          <a:off x="647905" y="405609"/>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955926A-2EB0-48ED-AD64-16A2BDC665E3}">
      <dsp:nvSpPr>
        <dsp:cNvPr id="0" name=""/>
        <dsp:cNvSpPr/>
      </dsp:nvSpPr>
      <dsp:spPr>
        <a:xfrm>
          <a:off x="647905" y="2043553"/>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466850">
            <a:lnSpc>
              <a:spcPct val="90000"/>
            </a:lnSpc>
            <a:spcBef>
              <a:spcPct val="0"/>
            </a:spcBef>
            <a:spcAft>
              <a:spcPct val="35000"/>
            </a:spcAft>
            <a:buNone/>
            <a:defRPr b="1"/>
          </a:pPr>
          <a:r>
            <a:rPr lang="en-US" sz="3300" kern="1200"/>
            <a:t>Monocrystalline Panels</a:t>
          </a:r>
        </a:p>
      </dsp:txBody>
      <dsp:txXfrm>
        <a:off x="647905" y="2043553"/>
        <a:ext cx="4320000" cy="648000"/>
      </dsp:txXfrm>
    </dsp:sp>
    <dsp:sp modelId="{CE8A55DB-867F-4FFD-8646-BED371379A9A}">
      <dsp:nvSpPr>
        <dsp:cNvPr id="0" name=""/>
        <dsp:cNvSpPr/>
      </dsp:nvSpPr>
      <dsp:spPr>
        <a:xfrm>
          <a:off x="647905" y="2750131"/>
          <a:ext cx="4320000" cy="5844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pPr>
          <a:r>
            <a:rPr lang="en-US" sz="1800" kern="1200"/>
            <a:t>Cost: $16,000 to $30,000</a:t>
          </a:r>
        </a:p>
        <a:p>
          <a:pPr marL="0" lvl="0" indent="0" algn="l" defTabSz="800100">
            <a:lnSpc>
              <a:spcPct val="90000"/>
            </a:lnSpc>
            <a:spcBef>
              <a:spcPct val="0"/>
            </a:spcBef>
            <a:spcAft>
              <a:spcPct val="35000"/>
            </a:spcAft>
            <a:buNone/>
          </a:pPr>
          <a:r>
            <a:rPr lang="en-US" sz="1800" kern="1200"/>
            <a:t>Assumption: 20 kW system</a:t>
          </a:r>
        </a:p>
      </dsp:txBody>
      <dsp:txXfrm>
        <a:off x="647905" y="2750131"/>
        <a:ext cx="4320000" cy="584409"/>
      </dsp:txXfrm>
    </dsp:sp>
    <dsp:sp modelId="{D8B66F9B-7B62-441C-A0B5-EC186C33AFB8}">
      <dsp:nvSpPr>
        <dsp:cNvPr id="0" name=""/>
        <dsp:cNvSpPr/>
      </dsp:nvSpPr>
      <dsp:spPr>
        <a:xfrm>
          <a:off x="5723905" y="405609"/>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2AC76A-BAC7-4A06-B2A7-7B5E58896148}">
      <dsp:nvSpPr>
        <dsp:cNvPr id="0" name=""/>
        <dsp:cNvSpPr/>
      </dsp:nvSpPr>
      <dsp:spPr>
        <a:xfrm>
          <a:off x="5723905" y="2043553"/>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466850">
            <a:lnSpc>
              <a:spcPct val="90000"/>
            </a:lnSpc>
            <a:spcBef>
              <a:spcPct val="0"/>
            </a:spcBef>
            <a:spcAft>
              <a:spcPct val="35000"/>
            </a:spcAft>
            <a:buNone/>
            <a:defRPr b="1"/>
          </a:pPr>
          <a:r>
            <a:rPr lang="en-US" sz="3300" kern="1200"/>
            <a:t>Polycrystalline Panels</a:t>
          </a:r>
        </a:p>
      </dsp:txBody>
      <dsp:txXfrm>
        <a:off x="5723905" y="2043553"/>
        <a:ext cx="4320000" cy="648000"/>
      </dsp:txXfrm>
    </dsp:sp>
    <dsp:sp modelId="{275E5BA6-912C-4E0E-B70A-1282489F00E8}">
      <dsp:nvSpPr>
        <dsp:cNvPr id="0" name=""/>
        <dsp:cNvSpPr/>
      </dsp:nvSpPr>
      <dsp:spPr>
        <a:xfrm>
          <a:off x="5723905" y="2750131"/>
          <a:ext cx="4320000" cy="5844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pPr>
          <a:r>
            <a:rPr lang="en-US" sz="1800" kern="1200"/>
            <a:t>Cost: $12,000 to $20,000</a:t>
          </a:r>
        </a:p>
        <a:p>
          <a:pPr marL="0" lvl="0" indent="0" algn="l" defTabSz="800100">
            <a:lnSpc>
              <a:spcPct val="90000"/>
            </a:lnSpc>
            <a:spcBef>
              <a:spcPct val="0"/>
            </a:spcBef>
            <a:spcAft>
              <a:spcPct val="35000"/>
            </a:spcAft>
            <a:buNone/>
          </a:pPr>
          <a:r>
            <a:rPr lang="en-US" sz="1800" kern="1200"/>
            <a:t>Assumption: 20 kW system</a:t>
          </a:r>
        </a:p>
      </dsp:txBody>
      <dsp:txXfrm>
        <a:off x="5723905" y="2750131"/>
        <a:ext cx="4320000" cy="584409"/>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632DF5-5371-450B-9E5C-9C484B9F75B4}" type="datetimeFigureOut">
              <a:t>11/28/2024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BEAAD4-C6A0-4022-872C-9E400B75780B}" type="slidenum">
              <a:t>‹#›</a:t>
            </a:fld>
            <a:endParaRPr lang="en-US"/>
          </a:p>
        </p:txBody>
      </p:sp>
    </p:spTree>
    <p:extLst>
      <p:ext uri="{BB962C8B-B14F-4D97-AF65-F5344CB8AC3E}">
        <p14:creationId xmlns:p14="http://schemas.microsoft.com/office/powerpoint/2010/main" val="3061392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presentation was automatically generated by PowerPoint Copilot based on content found in this document:
https://microsoft.sharepoint.com/teams/ContosoGreenEnergy/_layouts/15/Doc.aspx?sourcedoc=%7B6075A08A-EF92-4DD4-86ED-CF141395D32E%7D&amp;file=Contoso%20A100%20Solar%20Panel%20Array.docx&amp;action=default&amp;mobileredirect=true&amp;DefaultItemOpen=1
AI-generated content may be incorrect.</a:t>
            </a:r>
          </a:p>
        </p:txBody>
      </p:sp>
      <p:sp>
        <p:nvSpPr>
          <p:cNvPr id="4" name="Slide Number Placeholder 3"/>
          <p:cNvSpPr>
            <a:spLocks noGrp="1"/>
          </p:cNvSpPr>
          <p:nvPr>
            <p:ph type="sldNum" sz="quarter" idx="5"/>
          </p:nvPr>
        </p:nvSpPr>
        <p:spPr/>
        <p:txBody>
          <a:bodyPr/>
          <a:lstStyle/>
          <a:p>
            <a:fld id="{BF49A375-55D8-4C0D-8ADF-B1FF73AC5708}" type="slidenum">
              <a:t>1</a:t>
            </a:fld>
            <a:endParaRPr lang="en-US"/>
          </a:p>
        </p:txBody>
      </p:sp>
    </p:spTree>
    <p:extLst>
      <p:ext uri="{BB962C8B-B14F-4D97-AF65-F5344CB8AC3E}">
        <p14:creationId xmlns:p14="http://schemas.microsoft.com/office/powerpoint/2010/main" val="8812565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Agenda
* Introduction
    * Purpose and Scope
    * Overview of the Document
* Solar Panel Specifications
    * Panel Types
    * Efficiency Metrics
* Installation Guidelines
    * Site Assessment
    * Mounting the Panels
    * Electrical Connections
* Maintenance Tips
* Environmental Benefits
* Cost Savings Over Time
* MSRP Pricing and Discount Structure
    * Base Prices
    * Average Pricing for a 1850 Square Foot Home
    * Discounts and Incentives
* Monocrystalline vs. Polycrystalline
* Diagrams for Clarity
* Summary and Final Thoughts
</a:t>
            </a:r>
          </a:p>
        </p:txBody>
      </p:sp>
      <p:sp>
        <p:nvSpPr>
          <p:cNvPr id="4" name="Slide Number Placeholder 3"/>
          <p:cNvSpPr>
            <a:spLocks noGrp="1"/>
          </p:cNvSpPr>
          <p:nvPr>
            <p:ph type="sldNum" sz="quarter" idx="5"/>
          </p:nvPr>
        </p:nvSpPr>
        <p:spPr/>
        <p:txBody>
          <a:bodyPr/>
          <a:lstStyle/>
          <a:p>
            <a:fld id="{BF49A375-55D8-4C0D-8ADF-B1FF73AC5708}" type="slidenum">
              <a:t>2</a:t>
            </a:fld>
            <a:endParaRPr lang="en-US"/>
          </a:p>
        </p:txBody>
      </p:sp>
    </p:spTree>
    <p:extLst>
      <p:ext uri="{BB962C8B-B14F-4D97-AF65-F5344CB8AC3E}">
        <p14:creationId xmlns:p14="http://schemas.microsoft.com/office/powerpoint/2010/main" val="3026927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document outlines specifications for a small residential solar panel array, including efficiency, installation, maintenance, environmental benefits, and cost savings. It also compares monocrystalline and polycrystalline panels.
Original Content:
This document provides a detailed specification for a small residential roof-mounted solar panel array. It covers efficiency metrics, installation guidelines, maintenance tips, environmental benefits, and potential cost savings over time. Additionally, it offers a comparison between monocrystalline and polycrystalline solar panels to help homeowners make an informed decision.
</a:t>
            </a:r>
          </a:p>
        </p:txBody>
      </p:sp>
      <p:sp>
        <p:nvSpPr>
          <p:cNvPr id="4" name="Slide Number Placeholder 3"/>
          <p:cNvSpPr>
            <a:spLocks noGrp="1"/>
          </p:cNvSpPr>
          <p:nvPr>
            <p:ph type="sldNum" sz="quarter" idx="5"/>
          </p:nvPr>
        </p:nvSpPr>
        <p:spPr/>
        <p:txBody>
          <a:bodyPr/>
          <a:lstStyle/>
          <a:p>
            <a:fld id="{BF49A375-55D8-4C0D-8ADF-B1FF73AC5708}" type="slidenum">
              <a:t>3</a:t>
            </a:fld>
            <a:endParaRPr lang="en-US"/>
          </a:p>
        </p:txBody>
      </p:sp>
    </p:spTree>
    <p:extLst>
      <p:ext uri="{BB962C8B-B14F-4D97-AF65-F5344CB8AC3E}">
        <p14:creationId xmlns:p14="http://schemas.microsoft.com/office/powerpoint/2010/main" val="4105727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Introducing the Contoso A100 Series, a small residential roof-mounted solar panel array designed for environmentally-conscious homeowners with homes ranging from 1500 to 2200 square feet.
Original Content:
Contoso A100 Series Product Specification: Small Residential Roof-Mounted Solar Panel Array for 1500-2200 square feet homes
A Comprehensive Guide for Environmentally-Conscious Homeowners
</a:t>
            </a:r>
          </a:p>
        </p:txBody>
      </p:sp>
      <p:sp>
        <p:nvSpPr>
          <p:cNvPr id="4" name="Slide Number Placeholder 3"/>
          <p:cNvSpPr>
            <a:spLocks noGrp="1"/>
          </p:cNvSpPr>
          <p:nvPr>
            <p:ph type="sldNum" sz="quarter" idx="5"/>
          </p:nvPr>
        </p:nvSpPr>
        <p:spPr/>
        <p:txBody>
          <a:bodyPr/>
          <a:lstStyle/>
          <a:p>
            <a:fld id="{BF49A375-55D8-4C0D-8ADF-B1FF73AC5708}" type="slidenum">
              <a:t>4</a:t>
            </a:fld>
            <a:endParaRPr lang="en-US"/>
          </a:p>
        </p:txBody>
      </p:sp>
    </p:spTree>
    <p:extLst>
      <p:ext uri="{BB962C8B-B14F-4D97-AF65-F5344CB8AC3E}">
        <p14:creationId xmlns:p14="http://schemas.microsoft.com/office/powerpoint/2010/main" val="11616974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There are two main types of solar panels: Monocrystalline and Polycrystalline. Monocrystalline panels are made from a single crystal structure, offering high efficiency and a sleek look. Polycrystalline panels, made from multiple silicon crystals, are less expensive but slightly less efficient.
Original Content:
Panel Types
·         Monocrystalline Solar Panels: Made from a single crystal structure, these panels are known for their high efficiency and sleek appearance. They typically have an efficiency rate of 15-20%.
·         Polycrystalline Solar Panels: Composed of multiple silicon crystals, these panels are generally less expensive but also slightly less efficient, with an efficiency rate of 13-16%.
</a:t>
            </a:r>
          </a:p>
        </p:txBody>
      </p:sp>
      <p:sp>
        <p:nvSpPr>
          <p:cNvPr id="4" name="Slide Number Placeholder 3"/>
          <p:cNvSpPr>
            <a:spLocks noGrp="1"/>
          </p:cNvSpPr>
          <p:nvPr>
            <p:ph type="sldNum" sz="quarter" idx="5"/>
          </p:nvPr>
        </p:nvSpPr>
        <p:spPr/>
        <p:txBody>
          <a:bodyPr/>
          <a:lstStyle/>
          <a:p>
            <a:fld id="{BF49A375-55D8-4C0D-8ADF-B1FF73AC5708}" type="slidenum">
              <a:t>5</a:t>
            </a:fld>
            <a:endParaRPr lang="en-US"/>
          </a:p>
        </p:txBody>
      </p:sp>
    </p:spTree>
    <p:extLst>
      <p:ext uri="{BB962C8B-B14F-4D97-AF65-F5344CB8AC3E}">
        <p14:creationId xmlns:p14="http://schemas.microsoft.com/office/powerpoint/2010/main" val="24638293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Monocrystalline panels excel in high temperatures with a lower temperature coefficient. Both types last 25-30 years, but monocrystalline often have longer warranties. They also offer higher energy conversion efficiency (15-20%) compared to polycrystalline panels (13-16%).
Original Content:
·         Temperature Coefficient: This metric measures how well the panel performs in high temperatures. Monocrystalline panels generally have a lower temperature coefficient, making them more efficient in hot climates.
·         Durability and Lifespan: Both panel types are built to last, with a typical lifespan of 25-30 years. However, monocrystalline panels often come with a longer warranty period.
Efficiency Metrics
·         Energy Conversion Efficiency: This indicates the percentage of sunlight that can be converted into usable electricity. Monocrystalline panels typically offer higher efficiency rates (15-20%) compared to polycrystalline panels (13-16%).
</a:t>
            </a:r>
          </a:p>
        </p:txBody>
      </p:sp>
      <p:sp>
        <p:nvSpPr>
          <p:cNvPr id="4" name="Slide Number Placeholder 3"/>
          <p:cNvSpPr>
            <a:spLocks noGrp="1"/>
          </p:cNvSpPr>
          <p:nvPr>
            <p:ph type="sldNum" sz="quarter" idx="5"/>
          </p:nvPr>
        </p:nvSpPr>
        <p:spPr/>
        <p:txBody>
          <a:bodyPr/>
          <a:lstStyle/>
          <a:p>
            <a:fld id="{BF49A375-55D8-4C0D-8ADF-B1FF73AC5708}" type="slidenum">
              <a:t>6</a:t>
            </a:fld>
            <a:endParaRPr lang="en-US"/>
          </a:p>
        </p:txBody>
      </p:sp>
    </p:spTree>
    <p:extLst>
      <p:ext uri="{BB962C8B-B14F-4D97-AF65-F5344CB8AC3E}">
        <p14:creationId xmlns:p14="http://schemas.microsoft.com/office/powerpoint/2010/main" val="41134775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Conduct a thorough analysis of your roof structure, evaluate its orientation and tilt angle, and identify any potential shading issues for optimal solar panel installation.
Original Content:
Site Assessment
·         Conduct a thorough analysis of your roof structure to ensure it can support the additional weight of the solar panels.
·         Evaluate the roof's orientation and tilt angle to maximize sunlight exposure.
·         Identify any potential shading issues from nearby trees or buildings.
</a:t>
            </a:r>
          </a:p>
        </p:txBody>
      </p:sp>
      <p:sp>
        <p:nvSpPr>
          <p:cNvPr id="4" name="Slide Number Placeholder 3"/>
          <p:cNvSpPr>
            <a:spLocks noGrp="1"/>
          </p:cNvSpPr>
          <p:nvPr>
            <p:ph type="sldNum" sz="quarter" idx="5"/>
          </p:nvPr>
        </p:nvSpPr>
        <p:spPr/>
        <p:txBody>
          <a:bodyPr/>
          <a:lstStyle/>
          <a:p>
            <a:fld id="{BF49A375-55D8-4C0D-8ADF-B1FF73AC5708}" type="slidenum">
              <a:t>7</a:t>
            </a:fld>
            <a:endParaRPr lang="en-US"/>
          </a:p>
        </p:txBody>
      </p:sp>
    </p:spTree>
    <p:extLst>
      <p:ext uri="{BB962C8B-B14F-4D97-AF65-F5344CB8AC3E}">
        <p14:creationId xmlns:p14="http://schemas.microsoft.com/office/powerpoint/2010/main" val="6061683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mounting solar panels, use a sturdy system to withstand weather, install at a 30-45 degree tilt for optimal exposure, and ensure proper spacing for ventilation.
Original Content:
Mounting the Panels
·         Use a sturdy mounting system that can withstand local weather conditions, including high winds and heavy snow loads.
·         Install the panels at an optimal tilt angle (typically between 30-45 degrees) to maximize solar exposure.
·         Ensure proper spacing between panels to allow for thermal expansion and adequate ventilation.
</a:t>
            </a:r>
          </a:p>
        </p:txBody>
      </p:sp>
      <p:sp>
        <p:nvSpPr>
          <p:cNvPr id="4" name="Slide Number Placeholder 3"/>
          <p:cNvSpPr>
            <a:spLocks noGrp="1"/>
          </p:cNvSpPr>
          <p:nvPr>
            <p:ph type="sldNum" sz="quarter" idx="5"/>
          </p:nvPr>
        </p:nvSpPr>
        <p:spPr/>
        <p:txBody>
          <a:bodyPr/>
          <a:lstStyle/>
          <a:p>
            <a:fld id="{BF49A375-55D8-4C0D-8ADF-B1FF73AC5708}" type="slidenum">
              <a:t>8</a:t>
            </a:fld>
            <a:endParaRPr lang="en-US"/>
          </a:p>
        </p:txBody>
      </p:sp>
    </p:spTree>
    <p:extLst>
      <p:ext uri="{BB962C8B-B14F-4D97-AF65-F5344CB8AC3E}">
        <p14:creationId xmlns:p14="http://schemas.microsoft.com/office/powerpoint/2010/main" val="35167958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electrical connections, hire a certified electrician for safety and compliance. Install an inverter to convert DC to AC electricity. Consider a battery storage system for energy use during non-sunny periods.
Original Content:
Electrical Connections
·         Hire a certified electrician to handle the electrical connections to ensure safety and compliance with local codes.
·         Install an inverter to convert the DC electricity generated by the panels into AC electricity for home use.
·         Consider installing a battery storage system for energy storage and use during non-sunny periods.
</a:t>
            </a:r>
          </a:p>
        </p:txBody>
      </p:sp>
      <p:sp>
        <p:nvSpPr>
          <p:cNvPr id="4" name="Slide Number Placeholder 3"/>
          <p:cNvSpPr>
            <a:spLocks noGrp="1"/>
          </p:cNvSpPr>
          <p:nvPr>
            <p:ph type="sldNum" sz="quarter" idx="5"/>
          </p:nvPr>
        </p:nvSpPr>
        <p:spPr/>
        <p:txBody>
          <a:bodyPr/>
          <a:lstStyle/>
          <a:p>
            <a:fld id="{BF49A375-55D8-4C0D-8ADF-B1FF73AC5708}" type="slidenum">
              <a:t>9</a:t>
            </a:fld>
            <a:endParaRPr lang="en-US"/>
          </a:p>
        </p:txBody>
      </p:sp>
    </p:spTree>
    <p:extLst>
      <p:ext uri="{BB962C8B-B14F-4D97-AF65-F5344CB8AC3E}">
        <p14:creationId xmlns:p14="http://schemas.microsoft.com/office/powerpoint/2010/main" val="18240167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maintain solar panels, clean them regularly to remove dirt and debris. Inspect for damage, especially after severe weather. Check electrical connections and the inverter periodically. Schedule professional maintenance annually for optimal performance.
Original Content:
·         Regularly clean the panels to remove dirt, dust, and debris that can reduce efficiency.
·         Inspect the panels and mounting system for any signs of damage or wear, especially after severe weather events.
·         Check the electrical connections and inverter periodically to ensure they are functioning correctly.
·         Schedule professional inspections and maintenance at least once a year to ensure optimal performance.
</a:t>
            </a:r>
          </a:p>
        </p:txBody>
      </p:sp>
      <p:sp>
        <p:nvSpPr>
          <p:cNvPr id="4" name="Slide Number Placeholder 3"/>
          <p:cNvSpPr>
            <a:spLocks noGrp="1"/>
          </p:cNvSpPr>
          <p:nvPr>
            <p:ph type="sldNum" sz="quarter" idx="5"/>
          </p:nvPr>
        </p:nvSpPr>
        <p:spPr/>
        <p:txBody>
          <a:bodyPr/>
          <a:lstStyle/>
          <a:p>
            <a:fld id="{BF49A375-55D8-4C0D-8ADF-B1FF73AC5708}" type="slidenum">
              <a:t>10</a:t>
            </a:fld>
            <a:endParaRPr lang="en-US"/>
          </a:p>
        </p:txBody>
      </p:sp>
    </p:spTree>
    <p:extLst>
      <p:ext uri="{BB962C8B-B14F-4D97-AF65-F5344CB8AC3E}">
        <p14:creationId xmlns:p14="http://schemas.microsoft.com/office/powerpoint/2010/main" val="37127712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Solar energy offers numerous benefits including reducing carbon footprint, promoting energy independence, and being a sustainable investment. Solar panels produce clean energy, reduce reliance on fossil fuels, and lower greenhouse gas emissions. Generating your own electricity enhances energy security. Solar energy is abundant and environmentally friendly.
Original Content:
·         Reduction in Carbon Footprint: Solar panels produce clean, renewable energy, reducing reliance on fossil fuels and lowering greenhouse gas emissions.
·         Energy Independence: By generating your own electricity, you reduce dependence on the grid and contribute to energy security.
·         Sustainable Investment: Solar energy is an abundant resource that can be harnessed without depleting natural resources or harming the environment.
</a:t>
            </a:r>
          </a:p>
        </p:txBody>
      </p:sp>
      <p:sp>
        <p:nvSpPr>
          <p:cNvPr id="4" name="Slide Number Placeholder 3"/>
          <p:cNvSpPr>
            <a:spLocks noGrp="1"/>
          </p:cNvSpPr>
          <p:nvPr>
            <p:ph type="sldNum" sz="quarter" idx="5"/>
          </p:nvPr>
        </p:nvSpPr>
        <p:spPr/>
        <p:txBody>
          <a:bodyPr/>
          <a:lstStyle/>
          <a:p>
            <a:fld id="{BF49A375-55D8-4C0D-8ADF-B1FF73AC5708}" type="slidenum">
              <a:t>11</a:t>
            </a:fld>
            <a:endParaRPr lang="en-US"/>
          </a:p>
        </p:txBody>
      </p:sp>
    </p:spTree>
    <p:extLst>
      <p:ext uri="{BB962C8B-B14F-4D97-AF65-F5344CB8AC3E}">
        <p14:creationId xmlns:p14="http://schemas.microsoft.com/office/powerpoint/2010/main" val="3712209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Installing solar panels offers several benefits. The initial investment is offset by incentives and tax credits. Solar panels can reduce or eliminate energy bills, providing substantial savings. Homeowners typically see a return on investment within 5-10 years. Additionally, solar panels can increase a home's market value.
Original Content:
·         Initial Investment: While the upfront cost of solar panels can be significant, various incentives and tax credits are available to reduce the financial burden.
·         Energy Bill Savings: Solar panels can significantly reduce or even eliminate your monthly electricity bills, leading to substantial savings over time.
·         Return on Investment: Most homeowners see a return on investment within 5-10 years, with continued savings for the lifespan of the system.
·         Increased Home Value: Installing solar panels can increase your home's market value, making it more attractive to potential buyers.
</a:t>
            </a:r>
          </a:p>
        </p:txBody>
      </p:sp>
      <p:sp>
        <p:nvSpPr>
          <p:cNvPr id="4" name="Slide Number Placeholder 3"/>
          <p:cNvSpPr>
            <a:spLocks noGrp="1"/>
          </p:cNvSpPr>
          <p:nvPr>
            <p:ph type="sldNum" sz="quarter" idx="5"/>
          </p:nvPr>
        </p:nvSpPr>
        <p:spPr/>
        <p:txBody>
          <a:bodyPr/>
          <a:lstStyle/>
          <a:p>
            <a:fld id="{BF49A375-55D8-4C0D-8ADF-B1FF73AC5708}" type="slidenum">
              <a:t>12</a:t>
            </a:fld>
            <a:endParaRPr lang="en-US"/>
          </a:p>
        </p:txBody>
      </p:sp>
    </p:spTree>
    <p:extLst>
      <p:ext uri="{BB962C8B-B14F-4D97-AF65-F5344CB8AC3E}">
        <p14:creationId xmlns:p14="http://schemas.microsoft.com/office/powerpoint/2010/main" val="27996666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base prices for solar panels vary by type. Monocrystalline panels range from $0.80 to $1.50 per watt, while polycrystalline panels range from $0.60 to $1.00 per watt.
Original Content:
Base Prices:
·         Monocrystalline Panels: $0.80 to $1.50 per watt
·         Polycrystalline Panels: $0.60 to $1.00 per watt
</a:t>
            </a:r>
          </a:p>
        </p:txBody>
      </p:sp>
      <p:sp>
        <p:nvSpPr>
          <p:cNvPr id="4" name="Slide Number Placeholder 3"/>
          <p:cNvSpPr>
            <a:spLocks noGrp="1"/>
          </p:cNvSpPr>
          <p:nvPr>
            <p:ph type="sldNum" sz="quarter" idx="5"/>
          </p:nvPr>
        </p:nvSpPr>
        <p:spPr/>
        <p:txBody>
          <a:bodyPr/>
          <a:lstStyle/>
          <a:p>
            <a:fld id="{BF49A375-55D8-4C0D-8ADF-B1FF73AC5708}" type="slidenum">
              <a:t>13</a:t>
            </a:fld>
            <a:endParaRPr lang="en-US"/>
          </a:p>
        </p:txBody>
      </p:sp>
    </p:spTree>
    <p:extLst>
      <p:ext uri="{BB962C8B-B14F-4D97-AF65-F5344CB8AC3E}">
        <p14:creationId xmlns:p14="http://schemas.microsoft.com/office/powerpoint/2010/main" val="31033198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a 1850 sq ft home, monocrystalline panels cost between $16,000 and $30,000, while polycrystalline panels range from $12,000 to $20,000, both assuming a 20 kW system.
Original Content:
Average Pricing for a 1850 Square Foot Home:
·         Monocrystalline Panels: Approximately $16,000 to $30,000 (assuming 20 kW system)
·         Polycrystalline Panels: Approximately $12,000 to $20,000 (assuming 20 kW system)
</a:t>
            </a:r>
          </a:p>
        </p:txBody>
      </p:sp>
      <p:sp>
        <p:nvSpPr>
          <p:cNvPr id="4" name="Slide Number Placeholder 3"/>
          <p:cNvSpPr>
            <a:spLocks noGrp="1"/>
          </p:cNvSpPr>
          <p:nvPr>
            <p:ph type="sldNum" sz="quarter" idx="5"/>
          </p:nvPr>
        </p:nvSpPr>
        <p:spPr/>
        <p:txBody>
          <a:bodyPr/>
          <a:lstStyle/>
          <a:p>
            <a:fld id="{BF49A375-55D8-4C0D-8ADF-B1FF73AC5708}" type="slidenum">
              <a:t>14</a:t>
            </a:fld>
            <a:endParaRPr lang="en-US"/>
          </a:p>
        </p:txBody>
      </p:sp>
    </p:spTree>
    <p:extLst>
      <p:ext uri="{BB962C8B-B14F-4D97-AF65-F5344CB8AC3E}">
        <p14:creationId xmlns:p14="http://schemas.microsoft.com/office/powerpoint/2010/main" val="9205673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offer various discounts and incentives for solar installations. Save up to 10% on bulk purchases, enjoy seasonal promotions, and benefit from federal and state tax credits. Referral programs and low-interest financing options are also available.
Original Content:
Discounts and Incentives:
·         Bulk Purchase Discounts: Save up to 10% on orders exceeding 10 kW
·         Seasonal Promotions: Special discounts available during peak installation seasons
·         Federal and State Tax Credits: Up to 26% tax credit available through federal incentives, with additional state-specific rebates
·         Referral Programs: Earn discounts for referring new customers
·         Financing Options: Low-interest financing available through selected partners
</a:t>
            </a:r>
          </a:p>
        </p:txBody>
      </p:sp>
      <p:sp>
        <p:nvSpPr>
          <p:cNvPr id="4" name="Slide Number Placeholder 3"/>
          <p:cNvSpPr>
            <a:spLocks noGrp="1"/>
          </p:cNvSpPr>
          <p:nvPr>
            <p:ph type="sldNum" sz="quarter" idx="5"/>
          </p:nvPr>
        </p:nvSpPr>
        <p:spPr/>
        <p:txBody>
          <a:bodyPr/>
          <a:lstStyle/>
          <a:p>
            <a:fld id="{BF49A375-55D8-4C0D-8ADF-B1FF73AC5708}" type="slidenum">
              <a:t>15</a:t>
            </a:fld>
            <a:endParaRPr lang="en-US"/>
          </a:p>
        </p:txBody>
      </p:sp>
    </p:spTree>
    <p:extLst>
      <p:ext uri="{BB962C8B-B14F-4D97-AF65-F5344CB8AC3E}">
        <p14:creationId xmlns:p14="http://schemas.microsoft.com/office/powerpoint/2010/main" val="24766260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Monocrystalline panels are more efficient and require less space. They have a uniform black color and often come with longer warranties. Polycrystalline panels are less expensive and have a blueish hue with a speckled appearance. Both types have similar lifespans.
Original Content:
Monocrystalline vs. Polycrystalline
·         Efficiency: Monocrystalline panels are more efficient (15-20%) compared to polycrystalline panels (13-16%).
·         Cost: Polycrystalline panels are generally less expensive due to their simpler manufacturing process.
·         Appearance: Monocrystalline panels have a uniform black color, while polycrystalline panels have a blueish hue with a speckled appearance.
·         Space Requirements: Due to their higher efficiency, monocrystalline panels require less space to generate the same amount of electricity as polycrystalline panels.
·         Longevity: Both types have similar lifespans, but monocrystalline panels often come with longer warranties.
</a:t>
            </a:r>
          </a:p>
        </p:txBody>
      </p:sp>
      <p:sp>
        <p:nvSpPr>
          <p:cNvPr id="4" name="Slide Number Placeholder 3"/>
          <p:cNvSpPr>
            <a:spLocks noGrp="1"/>
          </p:cNvSpPr>
          <p:nvPr>
            <p:ph type="sldNum" sz="quarter" idx="5"/>
          </p:nvPr>
        </p:nvSpPr>
        <p:spPr/>
        <p:txBody>
          <a:bodyPr/>
          <a:lstStyle/>
          <a:p>
            <a:fld id="{BF49A375-55D8-4C0D-8ADF-B1FF73AC5708}" type="slidenum">
              <a:t>16</a:t>
            </a:fld>
            <a:endParaRPr lang="en-US"/>
          </a:p>
        </p:txBody>
      </p:sp>
    </p:spTree>
    <p:extLst>
      <p:ext uri="{BB962C8B-B14F-4D97-AF65-F5344CB8AC3E}">
        <p14:creationId xmlns:p14="http://schemas.microsoft.com/office/powerpoint/2010/main" val="11581889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covers solar panel installation, including steps and components for a roof-mounted array, electrical connections with inverter and battery storage, and a comparison of monocrystalline and polycrystalline panels.
Original Content:
·         Solar Panel Installation:
·         Diagram illustrating the steps and components involved in installing a residential roof-mounted solar panel array.
·         Electrical Connections:
·         Diagram showing the electrical connection setup, including the inverter and battery storage system.
·         Comparison of Panel Types:
·         Diagram comparing the key differences between monocrystalline and polycrystalline solar panels.
</a:t>
            </a:r>
          </a:p>
        </p:txBody>
      </p:sp>
      <p:sp>
        <p:nvSpPr>
          <p:cNvPr id="4" name="Slide Number Placeholder 3"/>
          <p:cNvSpPr>
            <a:spLocks noGrp="1"/>
          </p:cNvSpPr>
          <p:nvPr>
            <p:ph type="sldNum" sz="quarter" idx="5"/>
          </p:nvPr>
        </p:nvSpPr>
        <p:spPr/>
        <p:txBody>
          <a:bodyPr/>
          <a:lstStyle/>
          <a:p>
            <a:fld id="{BF49A375-55D8-4C0D-8ADF-B1FF73AC5708}" type="slidenum">
              <a:t>17</a:t>
            </a:fld>
            <a:endParaRPr lang="en-US"/>
          </a:p>
        </p:txBody>
      </p:sp>
    </p:spTree>
    <p:extLst>
      <p:ext uri="{BB962C8B-B14F-4D97-AF65-F5344CB8AC3E}">
        <p14:creationId xmlns:p14="http://schemas.microsoft.com/office/powerpoint/2010/main" val="22275970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Investing in residential solar panels helps reduce carbon footprint, achieve energy independence, and save on costs. Understand efficiency metrics, follow installation guidelines, and maintain regularly for maximum benefits.
Original Content:
Conclusion
Investing in a small residential roof-mounted solar panel array is a smart choice for environmentally-conscious homeowners looking to reduce their carbon footprint, achieve energy independence, and save on energy costs. By understanding the efficiency metrics, installation guidelines, and maintenance tips outlined in this document, you can make an informed decision and maximize the benefits of your solar investment.
</a:t>
            </a:r>
          </a:p>
        </p:txBody>
      </p:sp>
      <p:sp>
        <p:nvSpPr>
          <p:cNvPr id="4" name="Slide Number Placeholder 3"/>
          <p:cNvSpPr>
            <a:spLocks noGrp="1"/>
          </p:cNvSpPr>
          <p:nvPr>
            <p:ph type="sldNum" sz="quarter" idx="5"/>
          </p:nvPr>
        </p:nvSpPr>
        <p:spPr/>
        <p:txBody>
          <a:bodyPr/>
          <a:lstStyle/>
          <a:p>
            <a:fld id="{BF49A375-55D8-4C0D-8ADF-B1FF73AC5708}" type="slidenum">
              <a:t>18</a:t>
            </a:fld>
            <a:endParaRPr lang="en-US"/>
          </a:p>
        </p:txBody>
      </p:sp>
    </p:spTree>
    <p:extLst>
      <p:ext uri="{BB962C8B-B14F-4D97-AF65-F5344CB8AC3E}">
        <p14:creationId xmlns:p14="http://schemas.microsoft.com/office/powerpoint/2010/main" val="30033957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11/28/2024</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94644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11/28/2024</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89134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11/28/2024</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38065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11/28/2024</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2052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11/28/2024</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25588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11/28/2024</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559215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11/28/2024</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526831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11/28/2024</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97364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11/28/2024</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473201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11/28/2024</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386499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11/28/2024</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54589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11/28/2024</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53612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FF97D7-341D-2995-6B32-084DEC286B2C}"/>
              </a:ext>
            </a:extLst>
          </p:cNvPr>
          <p:cNvSpPr>
            <a:spLocks noGrp="1"/>
          </p:cNvSpPr>
          <p:nvPr>
            <p:ph type="ctrTitle"/>
          </p:nvPr>
        </p:nvSpPr>
        <p:spPr>
          <a:xfrm>
            <a:off x="800102" y="960594"/>
            <a:ext cx="5828114" cy="4936812"/>
          </a:xfrm>
        </p:spPr>
        <p:txBody>
          <a:bodyPr anchor="ctr">
            <a:normAutofit/>
          </a:bodyPr>
          <a:lstStyle/>
          <a:p>
            <a:pPr algn="r"/>
            <a:r>
              <a:rPr lang="en-US" sz="6000"/>
              <a:t>A100 </a:t>
            </a:r>
            <a:r>
              <a:rPr lang="en-US" sz="6000" dirty="0"/>
              <a:t>Series Solar Panel Array</a:t>
            </a:r>
          </a:p>
        </p:txBody>
      </p:sp>
      <p:cxnSp>
        <p:nvCxnSpPr>
          <p:cNvPr id="9" name="Straight Connector 8">
            <a:extLst>
              <a:ext uri="{FF2B5EF4-FFF2-40B4-BE49-F238E27FC236}">
                <a16:creationId xmlns:a16="http://schemas.microsoft.com/office/drawing/2014/main" id="{9CA98CE3-81A7-4FFE-A047-9AA65998D8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315200" y="1733549"/>
            <a:ext cx="0" cy="3390901"/>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788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6379FB-1F6F-0641-4D07-F251731FF0EE}"/>
              </a:ext>
            </a:extLst>
          </p:cNvPr>
          <p:cNvSpPr>
            <a:spLocks noGrp="1"/>
          </p:cNvSpPr>
          <p:nvPr>
            <p:ph type="title"/>
          </p:nvPr>
        </p:nvSpPr>
        <p:spPr>
          <a:xfrm>
            <a:off x="704087" y="559063"/>
            <a:ext cx="3306747" cy="5256025"/>
          </a:xfrm>
        </p:spPr>
        <p:txBody>
          <a:bodyPr>
            <a:normAutofit/>
          </a:bodyPr>
          <a:lstStyle/>
          <a:p>
            <a:r>
              <a:rPr lang="en-US" sz="3600"/>
              <a:t>Agenda</a:t>
            </a:r>
          </a:p>
        </p:txBody>
      </p:sp>
      <p:sp>
        <p:nvSpPr>
          <p:cNvPr id="3" name="Content Placeholder 2">
            <a:extLst>
              <a:ext uri="{FF2B5EF4-FFF2-40B4-BE49-F238E27FC236}">
                <a16:creationId xmlns:a16="http://schemas.microsoft.com/office/drawing/2014/main" id="{EFD5A60B-2A6A-6204-0D59-57A99E7D6C76}"/>
              </a:ext>
            </a:extLst>
          </p:cNvPr>
          <p:cNvSpPr>
            <a:spLocks noGrp="1"/>
          </p:cNvSpPr>
          <p:nvPr>
            <p:ph idx="1"/>
          </p:nvPr>
        </p:nvSpPr>
        <p:spPr>
          <a:xfrm>
            <a:off x="4643022" y="622249"/>
            <a:ext cx="6844892" cy="5639712"/>
          </a:xfrm>
        </p:spPr>
        <p:txBody>
          <a:bodyPr>
            <a:normAutofit/>
          </a:bodyPr>
          <a:lstStyle/>
          <a:p>
            <a:r>
              <a:rPr lang="en-US"/>
              <a:t>Introduction</a:t>
            </a:r>
          </a:p>
          <a:p>
            <a:r>
              <a:rPr lang="en-US"/>
              <a:t>Solar Panel Specifications</a:t>
            </a:r>
          </a:p>
          <a:p>
            <a:r>
              <a:rPr lang="en-US"/>
              <a:t>Installation Guidelines</a:t>
            </a:r>
          </a:p>
          <a:p>
            <a:r>
              <a:rPr lang="en-US"/>
              <a:t>Maintenance Tips</a:t>
            </a:r>
          </a:p>
          <a:p>
            <a:r>
              <a:rPr lang="en-US"/>
              <a:t>Environmental Benefits</a:t>
            </a:r>
          </a:p>
          <a:p>
            <a:r>
              <a:rPr lang="en-US"/>
              <a:t>Cost Savings Over Time</a:t>
            </a:r>
          </a:p>
          <a:p>
            <a:r>
              <a:rPr lang="en-US"/>
              <a:t>MSRP Pricing and Discount Structure</a:t>
            </a:r>
          </a:p>
          <a:p>
            <a:r>
              <a:rPr lang="en-US"/>
              <a:t>Comparison of Panel Types</a:t>
            </a:r>
          </a:p>
          <a:p>
            <a:r>
              <a:rPr lang="en-US"/>
              <a:t>Diagrams for Clarity</a:t>
            </a:r>
          </a:p>
          <a:p>
            <a:r>
              <a:rPr lang="en-US"/>
              <a:t>Conclusion</a:t>
            </a:r>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7342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Solar panels fitted on modern house roof in horizontal frame">
            <a:extLst>
              <a:ext uri="{FF2B5EF4-FFF2-40B4-BE49-F238E27FC236}">
                <a16:creationId xmlns:a16="http://schemas.microsoft.com/office/drawing/2014/main" id="{4D8B1F96-CDDC-4375-8A48-3489C10B3F94}"/>
              </a:ext>
            </a:extLst>
          </p:cNvPr>
          <p:cNvPicPr>
            <a:picLocks noGrp="1" noChangeAspect="1"/>
          </p:cNvPicPr>
          <p:nvPr>
            <p:ph sz="half" idx="1"/>
          </p:nvPr>
        </p:nvPicPr>
        <p:blipFill>
          <a:blip r:embed="rId3"/>
          <a:srcRect l="6207" r="2" b="2"/>
          <a:stretch/>
        </p:blipFill>
        <p:spPr>
          <a:xfrm>
            <a:off x="715365" y="3524790"/>
            <a:ext cx="3721629" cy="2648593"/>
          </a:xfrm>
          <a:prstGeom prst="rect">
            <a:avLst/>
          </a:prstGeom>
        </p:spPr>
      </p:pic>
      <p:sp>
        <p:nvSpPr>
          <p:cNvPr id="2" name="Title 1">
            <a:extLst>
              <a:ext uri="{FF2B5EF4-FFF2-40B4-BE49-F238E27FC236}">
                <a16:creationId xmlns:a16="http://schemas.microsoft.com/office/drawing/2014/main" id="{CD3301AA-512E-A1A4-6B5A-7A3C1AA04329}"/>
              </a:ext>
            </a:extLst>
          </p:cNvPr>
          <p:cNvSpPr>
            <a:spLocks noGrp="1"/>
          </p:cNvSpPr>
          <p:nvPr>
            <p:ph type="title"/>
          </p:nvPr>
        </p:nvSpPr>
        <p:spPr>
          <a:xfrm>
            <a:off x="704088" y="555713"/>
            <a:ext cx="3721629" cy="2648594"/>
          </a:xfrm>
        </p:spPr>
        <p:txBody>
          <a:bodyPr vert="horz" lIns="91440" tIns="45720" rIns="91440" bIns="45720" rtlCol="0" anchor="t">
            <a:normAutofit/>
          </a:bodyPr>
          <a:lstStyle/>
          <a:p>
            <a:r>
              <a:rPr lang="en-US"/>
              <a:t>Purpose and Scope</a:t>
            </a:r>
          </a:p>
        </p:txBody>
      </p:sp>
      <p:sp>
        <p:nvSpPr>
          <p:cNvPr id="4" name="Content Placeholder 3">
            <a:extLst>
              <a:ext uri="{FF2B5EF4-FFF2-40B4-BE49-F238E27FC236}">
                <a16:creationId xmlns:a16="http://schemas.microsoft.com/office/drawing/2014/main" id="{FAA00965-A34D-34C0-711A-49709C97B22B}"/>
              </a:ext>
            </a:extLst>
          </p:cNvPr>
          <p:cNvSpPr>
            <a:spLocks noGrp="1"/>
          </p:cNvSpPr>
          <p:nvPr>
            <p:ph sz="half" idx="2"/>
          </p:nvPr>
        </p:nvSpPr>
        <p:spPr>
          <a:xfrm>
            <a:off x="5427407" y="555712"/>
            <a:ext cx="6065179" cy="5614416"/>
          </a:xfrm>
        </p:spPr>
        <p:txBody>
          <a:bodyPr vert="horz" lIns="91440" tIns="45720" rIns="91440" bIns="45720" rtlCol="0">
            <a:normAutofit/>
          </a:bodyPr>
          <a:lstStyle/>
          <a:p>
            <a:r>
              <a:rPr lang="en-US"/>
              <a:t>Efficiency Metrics</a:t>
            </a:r>
          </a:p>
          <a:p>
            <a:pPr lvl="1"/>
            <a:r>
              <a:rPr lang="en-US"/>
              <a:t>Details on the efficiency of solar panels</a:t>
            </a:r>
          </a:p>
          <a:p>
            <a:r>
              <a:rPr lang="en-US"/>
              <a:t>Installation Guidelines</a:t>
            </a:r>
          </a:p>
          <a:p>
            <a:pPr lvl="1"/>
            <a:r>
              <a:rPr lang="en-US"/>
              <a:t>Step-by-step instructions for installation</a:t>
            </a:r>
          </a:p>
          <a:p>
            <a:r>
              <a:rPr lang="en-US"/>
              <a:t>Maintenance Tips</a:t>
            </a:r>
          </a:p>
          <a:p>
            <a:pPr lvl="1"/>
            <a:r>
              <a:rPr lang="en-US"/>
              <a:t>Advice on how to maintain the solar panels</a:t>
            </a:r>
          </a:p>
          <a:p>
            <a:r>
              <a:rPr lang="en-US"/>
              <a:t>Environmental Benefits</a:t>
            </a:r>
          </a:p>
          <a:p>
            <a:pPr lvl="1"/>
            <a:r>
              <a:rPr lang="en-US"/>
              <a:t>Positive impact on the environment</a:t>
            </a:r>
          </a:p>
          <a:p>
            <a:r>
              <a:rPr lang="en-US"/>
              <a:t>Potential Cost Savings</a:t>
            </a:r>
          </a:p>
          <a:p>
            <a:pPr lvl="1"/>
            <a:r>
              <a:rPr lang="en-US"/>
              <a:t>Long-term financial benefits</a:t>
            </a:r>
          </a:p>
          <a:p>
            <a:r>
              <a:rPr lang="en-US"/>
              <a:t>Comparison of Solar Panels</a:t>
            </a:r>
          </a:p>
          <a:p>
            <a:pPr lvl="1"/>
            <a:r>
              <a:rPr lang="en-US"/>
              <a:t>Differences between monocrystalline and polycrystalline panels</a:t>
            </a:r>
          </a:p>
        </p:txBody>
      </p:sp>
      <p:cxnSp>
        <p:nvCxnSpPr>
          <p:cNvPr id="16" name="Straight Connector 15">
            <a:extLst>
              <a:ext uri="{FF2B5EF4-FFF2-40B4-BE49-F238E27FC236}">
                <a16:creationId xmlns:a16="http://schemas.microsoft.com/office/drawing/2014/main" id="{40ADC89C-EB4E-4AA5-ABBD-448BEC5FA3C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876800" y="723900"/>
            <a:ext cx="0" cy="54494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4019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731887-3B66-6F2C-B307-E0ABECE95B60}"/>
              </a:ext>
            </a:extLst>
          </p:cNvPr>
          <p:cNvSpPr>
            <a:spLocks noGrp="1"/>
          </p:cNvSpPr>
          <p:nvPr>
            <p:ph type="title"/>
          </p:nvPr>
        </p:nvSpPr>
        <p:spPr>
          <a:xfrm>
            <a:off x="704087" y="559063"/>
            <a:ext cx="3306747" cy="5256025"/>
          </a:xfrm>
        </p:spPr>
        <p:txBody>
          <a:bodyPr>
            <a:normAutofit/>
          </a:bodyPr>
          <a:lstStyle/>
          <a:p>
            <a:r>
              <a:rPr lang="en-US" sz="3600"/>
              <a:t>Overview of the Document</a:t>
            </a:r>
          </a:p>
        </p:txBody>
      </p:sp>
      <p:sp>
        <p:nvSpPr>
          <p:cNvPr id="3" name="Content Placeholder 2">
            <a:extLst>
              <a:ext uri="{FF2B5EF4-FFF2-40B4-BE49-F238E27FC236}">
                <a16:creationId xmlns:a16="http://schemas.microsoft.com/office/drawing/2014/main" id="{47BA7248-898C-D2F1-9594-CA629B30C3E4}"/>
              </a:ext>
            </a:extLst>
          </p:cNvPr>
          <p:cNvSpPr>
            <a:spLocks noGrp="1"/>
          </p:cNvSpPr>
          <p:nvPr>
            <p:ph idx="1"/>
          </p:nvPr>
        </p:nvSpPr>
        <p:spPr>
          <a:xfrm>
            <a:off x="4643022" y="622249"/>
            <a:ext cx="6844892" cy="5639712"/>
          </a:xfrm>
        </p:spPr>
        <p:txBody>
          <a:bodyPr>
            <a:normAutofit/>
          </a:bodyPr>
          <a:lstStyle/>
          <a:p>
            <a:r>
              <a:rPr lang="en-US"/>
              <a:t>Product Name and Series</a:t>
            </a:r>
          </a:p>
          <a:p>
            <a:pPr lvl="1"/>
            <a:r>
              <a:rPr lang="en-US"/>
              <a:t>Contoso A100 Series</a:t>
            </a:r>
          </a:p>
          <a:p>
            <a:r>
              <a:rPr lang="en-US"/>
              <a:t>Target Audience</a:t>
            </a:r>
          </a:p>
          <a:p>
            <a:pPr lvl="1"/>
            <a:r>
              <a:rPr lang="en-US"/>
              <a:t>Environmentally-conscious homeowners</a:t>
            </a:r>
          </a:p>
          <a:p>
            <a:r>
              <a:rPr lang="en-US"/>
              <a:t>Application</a:t>
            </a:r>
          </a:p>
          <a:p>
            <a:pPr lvl="1"/>
            <a:r>
              <a:rPr lang="en-US"/>
              <a:t>Small residential roof-mounted solar panel array</a:t>
            </a:r>
          </a:p>
          <a:p>
            <a:r>
              <a:rPr lang="en-US"/>
              <a:t>Home Size Compatibility</a:t>
            </a:r>
          </a:p>
          <a:p>
            <a:pPr lvl="1"/>
            <a:r>
              <a:rPr lang="en-US"/>
              <a:t>Suitable for homes with 1500-2200 square feet</a:t>
            </a:r>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1945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FFEDD4-C4BB-FE2A-1B05-5EC7CBA3B5FE}"/>
              </a:ext>
            </a:extLst>
          </p:cNvPr>
          <p:cNvSpPr>
            <a:spLocks noGrp="1"/>
          </p:cNvSpPr>
          <p:nvPr>
            <p:ph type="title"/>
          </p:nvPr>
        </p:nvSpPr>
        <p:spPr>
          <a:xfrm>
            <a:off x="704087" y="559063"/>
            <a:ext cx="3306747" cy="5256025"/>
          </a:xfrm>
        </p:spPr>
        <p:txBody>
          <a:bodyPr>
            <a:normAutofit/>
          </a:bodyPr>
          <a:lstStyle/>
          <a:p>
            <a:r>
              <a:rPr lang="en-US" sz="3600"/>
              <a:t>Panel Types</a:t>
            </a:r>
          </a:p>
        </p:txBody>
      </p:sp>
      <p:sp>
        <p:nvSpPr>
          <p:cNvPr id="3" name="Content Placeholder 2">
            <a:extLst>
              <a:ext uri="{FF2B5EF4-FFF2-40B4-BE49-F238E27FC236}">
                <a16:creationId xmlns:a16="http://schemas.microsoft.com/office/drawing/2014/main" id="{16DCE150-4B86-1661-779D-5354280CA71D}"/>
              </a:ext>
            </a:extLst>
          </p:cNvPr>
          <p:cNvSpPr>
            <a:spLocks noGrp="1"/>
          </p:cNvSpPr>
          <p:nvPr>
            <p:ph idx="1"/>
          </p:nvPr>
        </p:nvSpPr>
        <p:spPr>
          <a:xfrm>
            <a:off x="4643022" y="622249"/>
            <a:ext cx="6844892" cy="5639712"/>
          </a:xfrm>
        </p:spPr>
        <p:txBody>
          <a:bodyPr>
            <a:normAutofit/>
          </a:bodyPr>
          <a:lstStyle/>
          <a:p>
            <a:r>
              <a:rPr lang="en-US"/>
              <a:t>Monocrystalline Solar Panels</a:t>
            </a:r>
          </a:p>
          <a:p>
            <a:pPr lvl="1"/>
            <a:r>
              <a:rPr lang="en-US"/>
              <a:t>Made from a single crystal structure</a:t>
            </a:r>
          </a:p>
          <a:p>
            <a:pPr lvl="1"/>
            <a:r>
              <a:rPr lang="en-US"/>
              <a:t>High efficiency and sleek appearance</a:t>
            </a:r>
          </a:p>
          <a:p>
            <a:pPr lvl="1"/>
            <a:r>
              <a:rPr lang="en-US"/>
              <a:t>Efficiency rate of 15-20%</a:t>
            </a:r>
          </a:p>
          <a:p>
            <a:r>
              <a:rPr lang="en-US"/>
              <a:t>Polycrystalline Solar Panels</a:t>
            </a:r>
          </a:p>
          <a:p>
            <a:pPr lvl="1"/>
            <a:r>
              <a:rPr lang="en-US"/>
              <a:t>Composed of multiple silicon crystals</a:t>
            </a:r>
          </a:p>
          <a:p>
            <a:pPr lvl="1"/>
            <a:r>
              <a:rPr lang="en-US"/>
              <a:t>Generally less expensive</a:t>
            </a:r>
          </a:p>
          <a:p>
            <a:pPr lvl="1"/>
            <a:r>
              <a:rPr lang="en-US"/>
              <a:t>Efficiency rate of 13-16%</a:t>
            </a:r>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6730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0ACAEF-8D1B-E6E4-E6F4-160B45971DD9}"/>
              </a:ext>
            </a:extLst>
          </p:cNvPr>
          <p:cNvSpPr>
            <a:spLocks noGrp="1"/>
          </p:cNvSpPr>
          <p:nvPr>
            <p:ph type="title"/>
          </p:nvPr>
        </p:nvSpPr>
        <p:spPr>
          <a:xfrm>
            <a:off x="704087" y="559063"/>
            <a:ext cx="3306747" cy="5256025"/>
          </a:xfrm>
        </p:spPr>
        <p:txBody>
          <a:bodyPr>
            <a:normAutofit/>
          </a:bodyPr>
          <a:lstStyle/>
          <a:p>
            <a:r>
              <a:rPr lang="en-US" sz="3600"/>
              <a:t>Efficiency Metrics</a:t>
            </a:r>
          </a:p>
        </p:txBody>
      </p:sp>
      <p:sp>
        <p:nvSpPr>
          <p:cNvPr id="3" name="Content Placeholder 2">
            <a:extLst>
              <a:ext uri="{FF2B5EF4-FFF2-40B4-BE49-F238E27FC236}">
                <a16:creationId xmlns:a16="http://schemas.microsoft.com/office/drawing/2014/main" id="{215BE2E3-B8A7-A812-2CA7-52E765E11BFB}"/>
              </a:ext>
            </a:extLst>
          </p:cNvPr>
          <p:cNvSpPr>
            <a:spLocks noGrp="1"/>
          </p:cNvSpPr>
          <p:nvPr>
            <p:ph idx="1"/>
          </p:nvPr>
        </p:nvSpPr>
        <p:spPr>
          <a:xfrm>
            <a:off x="4643022" y="622249"/>
            <a:ext cx="6844892" cy="5639712"/>
          </a:xfrm>
        </p:spPr>
        <p:txBody>
          <a:bodyPr>
            <a:normAutofit/>
          </a:bodyPr>
          <a:lstStyle/>
          <a:p>
            <a:r>
              <a:rPr lang="en-US"/>
              <a:t>Temperature Coefficient</a:t>
            </a:r>
          </a:p>
          <a:p>
            <a:pPr lvl="1"/>
            <a:r>
              <a:rPr lang="en-US"/>
              <a:t>Measures panel performance in high temperatures</a:t>
            </a:r>
          </a:p>
          <a:p>
            <a:pPr lvl="1"/>
            <a:r>
              <a:rPr lang="en-US"/>
              <a:t>Monocrystalline panels have a lower temperature coefficient</a:t>
            </a:r>
          </a:p>
          <a:p>
            <a:pPr lvl="1"/>
            <a:r>
              <a:rPr lang="en-US"/>
              <a:t>More efficient in hot climates</a:t>
            </a:r>
          </a:p>
          <a:p>
            <a:r>
              <a:rPr lang="en-US"/>
              <a:t>Durability and Lifespan</a:t>
            </a:r>
          </a:p>
          <a:p>
            <a:pPr lvl="1"/>
            <a:r>
              <a:rPr lang="en-US"/>
              <a:t>Both types last 25-30 years</a:t>
            </a:r>
          </a:p>
          <a:p>
            <a:pPr lvl="1"/>
            <a:r>
              <a:rPr lang="en-US"/>
              <a:t>Monocrystalline panels often have longer warranties</a:t>
            </a:r>
          </a:p>
          <a:p>
            <a:r>
              <a:rPr lang="en-US"/>
              <a:t>Energy Conversion Efficiency</a:t>
            </a:r>
          </a:p>
          <a:p>
            <a:pPr lvl="1"/>
            <a:r>
              <a:rPr lang="en-US"/>
              <a:t>Indicates percentage of sunlight converted to electricity</a:t>
            </a:r>
          </a:p>
          <a:p>
            <a:pPr lvl="1"/>
            <a:r>
              <a:rPr lang="en-US"/>
              <a:t>Monocrystalline panels: 15-20% efficiency</a:t>
            </a:r>
          </a:p>
          <a:p>
            <a:pPr lvl="1"/>
            <a:r>
              <a:rPr lang="en-US"/>
              <a:t>Polycrystalline panels: 13-16% efficiency</a:t>
            </a:r>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8303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Solar panels that have been cleaned with Reverse Osmosis water. Mounted to roof sheets with aluminum brackets.">
            <a:extLst>
              <a:ext uri="{FF2B5EF4-FFF2-40B4-BE49-F238E27FC236}">
                <a16:creationId xmlns:a16="http://schemas.microsoft.com/office/drawing/2014/main" id="{F7095264-B604-4369-81BE-4277CB5CE524}"/>
              </a:ext>
            </a:extLst>
          </p:cNvPr>
          <p:cNvPicPr>
            <a:picLocks noGrp="1" noChangeAspect="1"/>
          </p:cNvPicPr>
          <p:nvPr>
            <p:ph sz="half" idx="1"/>
          </p:nvPr>
        </p:nvPicPr>
        <p:blipFill>
          <a:blip r:embed="rId3"/>
          <a:srcRect l="27673" r="37917" b="1"/>
          <a:stretch/>
        </p:blipFill>
        <p:spPr>
          <a:xfrm>
            <a:off x="20" y="-17929"/>
            <a:ext cx="4206220" cy="6875929"/>
          </a:xfrm>
          <a:prstGeom prst="rect">
            <a:avLst/>
          </a:prstGeom>
        </p:spPr>
      </p:pic>
      <p:sp>
        <p:nvSpPr>
          <p:cNvPr id="2" name="Title 1">
            <a:extLst>
              <a:ext uri="{FF2B5EF4-FFF2-40B4-BE49-F238E27FC236}">
                <a16:creationId xmlns:a16="http://schemas.microsoft.com/office/drawing/2014/main" id="{5D1D478F-8B8C-2287-3AD6-C72B7B1F27DB}"/>
              </a:ext>
            </a:extLst>
          </p:cNvPr>
          <p:cNvSpPr>
            <a:spLocks noGrp="1"/>
          </p:cNvSpPr>
          <p:nvPr>
            <p:ph type="title"/>
          </p:nvPr>
        </p:nvSpPr>
        <p:spPr>
          <a:xfrm>
            <a:off x="4866968" y="914400"/>
            <a:ext cx="6627924" cy="1307592"/>
          </a:xfrm>
        </p:spPr>
        <p:txBody>
          <a:bodyPr vert="horz" lIns="91440" tIns="45720" rIns="91440" bIns="45720" rtlCol="0" anchor="t">
            <a:normAutofit/>
          </a:bodyPr>
          <a:lstStyle/>
          <a:p>
            <a:r>
              <a:rPr lang="en-US"/>
              <a:t>Site Assessment</a:t>
            </a:r>
          </a:p>
        </p:txBody>
      </p:sp>
      <p:sp>
        <p:nvSpPr>
          <p:cNvPr id="4" name="Content Placeholder 3">
            <a:extLst>
              <a:ext uri="{FF2B5EF4-FFF2-40B4-BE49-F238E27FC236}">
                <a16:creationId xmlns:a16="http://schemas.microsoft.com/office/drawing/2014/main" id="{242CB738-AE28-18EE-8A7F-DBA25D3E5343}"/>
              </a:ext>
            </a:extLst>
          </p:cNvPr>
          <p:cNvSpPr>
            <a:spLocks noGrp="1"/>
          </p:cNvSpPr>
          <p:nvPr>
            <p:ph sz="half" idx="2"/>
          </p:nvPr>
        </p:nvSpPr>
        <p:spPr>
          <a:xfrm>
            <a:off x="4866968" y="2221992"/>
            <a:ext cx="6627924" cy="3739896"/>
          </a:xfrm>
        </p:spPr>
        <p:txBody>
          <a:bodyPr vert="horz" lIns="91440" tIns="45720" rIns="91440" bIns="45720" rtlCol="0">
            <a:normAutofit/>
          </a:bodyPr>
          <a:lstStyle/>
          <a:p>
            <a:r>
              <a:rPr lang="en-US"/>
              <a:t>Analyze Roof Structure</a:t>
            </a:r>
          </a:p>
          <a:p>
            <a:pPr lvl="1"/>
            <a:r>
              <a:rPr lang="en-US"/>
              <a:t>Ensure it can support the additional weight of the solar panels</a:t>
            </a:r>
          </a:p>
          <a:p>
            <a:r>
              <a:rPr lang="en-US"/>
              <a:t>Evaluate Roof Orientation and Tilt Angle</a:t>
            </a:r>
          </a:p>
          <a:p>
            <a:pPr lvl="1"/>
            <a:r>
              <a:rPr lang="en-US"/>
              <a:t>Maximize sunlight exposure</a:t>
            </a:r>
          </a:p>
          <a:p>
            <a:r>
              <a:rPr lang="en-US"/>
              <a:t>Identify Potential Shading Issues</a:t>
            </a:r>
          </a:p>
          <a:p>
            <a:pPr lvl="1"/>
            <a:r>
              <a:rPr lang="en-US"/>
              <a:t>Check for shading from nearby trees or buildings</a:t>
            </a:r>
          </a:p>
        </p:txBody>
      </p:sp>
      <p:cxnSp>
        <p:nvCxnSpPr>
          <p:cNvPr id="16" name="Straight Connector 15">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8791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residential solar panel array mounted on an asphalt shingle roof with copy space">
            <a:extLst>
              <a:ext uri="{FF2B5EF4-FFF2-40B4-BE49-F238E27FC236}">
                <a16:creationId xmlns:a16="http://schemas.microsoft.com/office/drawing/2014/main" id="{E7DA72B8-60B2-4109-8D04-9E93AA85A447}"/>
              </a:ext>
            </a:extLst>
          </p:cNvPr>
          <p:cNvPicPr>
            <a:picLocks noGrp="1" noChangeAspect="1"/>
          </p:cNvPicPr>
          <p:nvPr>
            <p:ph sz="half" idx="1"/>
          </p:nvPr>
        </p:nvPicPr>
        <p:blipFill>
          <a:blip r:embed="rId3"/>
          <a:srcRect l="27281" r="31887" b="2"/>
          <a:stretch/>
        </p:blipFill>
        <p:spPr>
          <a:xfrm>
            <a:off x="20" y="-17929"/>
            <a:ext cx="4206220" cy="6875929"/>
          </a:xfrm>
          <a:prstGeom prst="rect">
            <a:avLst/>
          </a:prstGeom>
        </p:spPr>
      </p:pic>
      <p:sp>
        <p:nvSpPr>
          <p:cNvPr id="2" name="Title 1">
            <a:extLst>
              <a:ext uri="{FF2B5EF4-FFF2-40B4-BE49-F238E27FC236}">
                <a16:creationId xmlns:a16="http://schemas.microsoft.com/office/drawing/2014/main" id="{A11DB28C-686B-BC18-B13F-D3C7C3D0F492}"/>
              </a:ext>
            </a:extLst>
          </p:cNvPr>
          <p:cNvSpPr>
            <a:spLocks noGrp="1"/>
          </p:cNvSpPr>
          <p:nvPr>
            <p:ph type="title"/>
          </p:nvPr>
        </p:nvSpPr>
        <p:spPr>
          <a:xfrm>
            <a:off x="4866968" y="914400"/>
            <a:ext cx="6627924" cy="1307592"/>
          </a:xfrm>
        </p:spPr>
        <p:txBody>
          <a:bodyPr vert="horz" lIns="91440" tIns="45720" rIns="91440" bIns="45720" rtlCol="0" anchor="t">
            <a:normAutofit/>
          </a:bodyPr>
          <a:lstStyle/>
          <a:p>
            <a:r>
              <a:rPr lang="en-US"/>
              <a:t>Mounting the Panels</a:t>
            </a:r>
          </a:p>
        </p:txBody>
      </p:sp>
      <p:sp>
        <p:nvSpPr>
          <p:cNvPr id="4" name="Content Placeholder 3">
            <a:extLst>
              <a:ext uri="{FF2B5EF4-FFF2-40B4-BE49-F238E27FC236}">
                <a16:creationId xmlns:a16="http://schemas.microsoft.com/office/drawing/2014/main" id="{051D9840-374F-BDD4-D530-2B33FD43101C}"/>
              </a:ext>
            </a:extLst>
          </p:cNvPr>
          <p:cNvSpPr>
            <a:spLocks noGrp="1"/>
          </p:cNvSpPr>
          <p:nvPr>
            <p:ph sz="half" idx="2"/>
          </p:nvPr>
        </p:nvSpPr>
        <p:spPr>
          <a:xfrm>
            <a:off x="4866968" y="2221992"/>
            <a:ext cx="6627924" cy="3739896"/>
          </a:xfrm>
        </p:spPr>
        <p:txBody>
          <a:bodyPr vert="horz" lIns="91440" tIns="45720" rIns="91440" bIns="45720" rtlCol="0">
            <a:normAutofit/>
          </a:bodyPr>
          <a:lstStyle/>
          <a:p>
            <a:r>
              <a:rPr lang="en-US"/>
              <a:t>Sturdy Mounting System</a:t>
            </a:r>
          </a:p>
          <a:p>
            <a:pPr lvl="1"/>
            <a:r>
              <a:rPr lang="en-US"/>
              <a:t>Withstand local weather conditions</a:t>
            </a:r>
          </a:p>
          <a:p>
            <a:pPr lvl="1"/>
            <a:r>
              <a:rPr lang="en-US"/>
              <a:t>High winds and heavy snow loads</a:t>
            </a:r>
          </a:p>
          <a:p>
            <a:r>
              <a:rPr lang="en-US"/>
              <a:t>Optimal Tilt Angle</a:t>
            </a:r>
          </a:p>
          <a:p>
            <a:pPr lvl="1"/>
            <a:r>
              <a:rPr lang="en-US"/>
              <a:t>Typically between 30-45 degrees</a:t>
            </a:r>
          </a:p>
          <a:p>
            <a:pPr lvl="1"/>
            <a:r>
              <a:rPr lang="en-US"/>
              <a:t>Maximize solar exposure</a:t>
            </a:r>
          </a:p>
          <a:p>
            <a:r>
              <a:rPr lang="en-US"/>
              <a:t>Proper Spacing</a:t>
            </a:r>
          </a:p>
          <a:p>
            <a:pPr lvl="1"/>
            <a:r>
              <a:rPr lang="en-US"/>
              <a:t>Allow for thermal expansion</a:t>
            </a:r>
          </a:p>
          <a:p>
            <a:pPr lvl="1"/>
            <a:r>
              <a:rPr lang="en-US"/>
              <a:t>Adequate ventilation</a:t>
            </a:r>
          </a:p>
        </p:txBody>
      </p:sp>
      <p:cxnSp>
        <p:nvCxnSpPr>
          <p:cNvPr id="16" name="Straight Connector 15">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56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Men working on wiring">
            <a:extLst>
              <a:ext uri="{FF2B5EF4-FFF2-40B4-BE49-F238E27FC236}">
                <a16:creationId xmlns:a16="http://schemas.microsoft.com/office/drawing/2014/main" id="{394A4B14-D666-40E1-9F4A-B87F3AF0BBEB}"/>
              </a:ext>
            </a:extLst>
          </p:cNvPr>
          <p:cNvPicPr>
            <a:picLocks noGrp="1" noChangeAspect="1"/>
          </p:cNvPicPr>
          <p:nvPr>
            <p:ph sz="half" idx="1"/>
          </p:nvPr>
        </p:nvPicPr>
        <p:blipFill>
          <a:blip r:embed="rId3"/>
          <a:srcRect r="59168" b="2"/>
          <a:stretch/>
        </p:blipFill>
        <p:spPr>
          <a:xfrm>
            <a:off x="20" y="-17929"/>
            <a:ext cx="4206220" cy="6875929"/>
          </a:xfrm>
          <a:prstGeom prst="rect">
            <a:avLst/>
          </a:prstGeom>
        </p:spPr>
      </p:pic>
      <p:sp>
        <p:nvSpPr>
          <p:cNvPr id="2" name="Title 1">
            <a:extLst>
              <a:ext uri="{FF2B5EF4-FFF2-40B4-BE49-F238E27FC236}">
                <a16:creationId xmlns:a16="http://schemas.microsoft.com/office/drawing/2014/main" id="{C237770B-1DF1-4024-D4D3-E861ADFEFB3C}"/>
              </a:ext>
            </a:extLst>
          </p:cNvPr>
          <p:cNvSpPr>
            <a:spLocks noGrp="1"/>
          </p:cNvSpPr>
          <p:nvPr>
            <p:ph type="title"/>
          </p:nvPr>
        </p:nvSpPr>
        <p:spPr>
          <a:xfrm>
            <a:off x="4866968" y="914400"/>
            <a:ext cx="6627924" cy="1307592"/>
          </a:xfrm>
        </p:spPr>
        <p:txBody>
          <a:bodyPr vert="horz" lIns="91440" tIns="45720" rIns="91440" bIns="45720" rtlCol="0" anchor="t">
            <a:normAutofit/>
          </a:bodyPr>
          <a:lstStyle/>
          <a:p>
            <a:r>
              <a:rPr lang="en-US"/>
              <a:t>Electrical Connections</a:t>
            </a:r>
          </a:p>
        </p:txBody>
      </p:sp>
      <p:sp>
        <p:nvSpPr>
          <p:cNvPr id="4" name="Content Placeholder 3">
            <a:extLst>
              <a:ext uri="{FF2B5EF4-FFF2-40B4-BE49-F238E27FC236}">
                <a16:creationId xmlns:a16="http://schemas.microsoft.com/office/drawing/2014/main" id="{A2E99BE9-22FA-2C58-1C8A-F2F56510202D}"/>
              </a:ext>
            </a:extLst>
          </p:cNvPr>
          <p:cNvSpPr>
            <a:spLocks noGrp="1"/>
          </p:cNvSpPr>
          <p:nvPr>
            <p:ph sz="half" idx="2"/>
          </p:nvPr>
        </p:nvSpPr>
        <p:spPr>
          <a:xfrm>
            <a:off x="4866968" y="2221992"/>
            <a:ext cx="6627924" cy="3739896"/>
          </a:xfrm>
        </p:spPr>
        <p:txBody>
          <a:bodyPr vert="horz" lIns="91440" tIns="45720" rIns="91440" bIns="45720" rtlCol="0">
            <a:normAutofit/>
          </a:bodyPr>
          <a:lstStyle/>
          <a:p>
            <a:r>
              <a:rPr lang="en-US"/>
              <a:t>Hire a Certified Electrician</a:t>
            </a:r>
          </a:p>
          <a:p>
            <a:pPr lvl="1"/>
            <a:r>
              <a:rPr lang="en-US"/>
              <a:t>Ensures safety and compliance with local codes</a:t>
            </a:r>
          </a:p>
          <a:p>
            <a:r>
              <a:rPr lang="en-US"/>
              <a:t>Install an Inverter</a:t>
            </a:r>
          </a:p>
          <a:p>
            <a:pPr lvl="1"/>
            <a:r>
              <a:rPr lang="en-US"/>
              <a:t>Converts DC electricity to AC electricity for home use</a:t>
            </a:r>
          </a:p>
          <a:p>
            <a:r>
              <a:rPr lang="en-US"/>
              <a:t>Consider Battery Storage System</a:t>
            </a:r>
          </a:p>
          <a:p>
            <a:pPr lvl="1"/>
            <a:r>
              <a:rPr lang="en-US"/>
              <a:t>Stores energy for use during non-sunny periods</a:t>
            </a:r>
          </a:p>
        </p:txBody>
      </p:sp>
      <p:cxnSp>
        <p:nvCxnSpPr>
          <p:cNvPr id="16" name="Straight Connector 15">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4058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Male Electricity Engineer inspect and maintenance electric power system in generator at solar plant. Technician checklist work and service on switchgear at substation control.">
            <a:extLst>
              <a:ext uri="{FF2B5EF4-FFF2-40B4-BE49-F238E27FC236}">
                <a16:creationId xmlns:a16="http://schemas.microsoft.com/office/drawing/2014/main" id="{13D8DCD2-FCDC-429D-A223-BCDBD9C7ED15}"/>
              </a:ext>
            </a:extLst>
          </p:cNvPr>
          <p:cNvPicPr>
            <a:picLocks noGrp="1" noChangeAspect="1"/>
          </p:cNvPicPr>
          <p:nvPr>
            <p:ph sz="half" idx="1"/>
          </p:nvPr>
        </p:nvPicPr>
        <p:blipFill>
          <a:blip r:embed="rId3"/>
          <a:srcRect t="26804" r="2" b="25693"/>
          <a:stretch/>
        </p:blipFill>
        <p:spPr>
          <a:xfrm>
            <a:off x="715365" y="3524790"/>
            <a:ext cx="3721629" cy="2648593"/>
          </a:xfrm>
          <a:prstGeom prst="rect">
            <a:avLst/>
          </a:prstGeom>
        </p:spPr>
      </p:pic>
      <p:sp>
        <p:nvSpPr>
          <p:cNvPr id="2" name="Title 1">
            <a:extLst>
              <a:ext uri="{FF2B5EF4-FFF2-40B4-BE49-F238E27FC236}">
                <a16:creationId xmlns:a16="http://schemas.microsoft.com/office/drawing/2014/main" id="{8C88C0CF-AE3E-3CD6-40E2-F48A92EF3160}"/>
              </a:ext>
            </a:extLst>
          </p:cNvPr>
          <p:cNvSpPr>
            <a:spLocks noGrp="1"/>
          </p:cNvSpPr>
          <p:nvPr>
            <p:ph type="title"/>
          </p:nvPr>
        </p:nvSpPr>
        <p:spPr>
          <a:xfrm>
            <a:off x="704088" y="555713"/>
            <a:ext cx="3721629" cy="2648594"/>
          </a:xfrm>
        </p:spPr>
        <p:txBody>
          <a:bodyPr vert="horz" lIns="91440" tIns="45720" rIns="91440" bIns="45720" rtlCol="0" anchor="t">
            <a:normAutofit/>
          </a:bodyPr>
          <a:lstStyle/>
          <a:p>
            <a:r>
              <a:rPr lang="en-US"/>
              <a:t>Maintenance Tips</a:t>
            </a:r>
          </a:p>
        </p:txBody>
      </p:sp>
      <p:sp>
        <p:nvSpPr>
          <p:cNvPr id="4" name="Content Placeholder 3">
            <a:extLst>
              <a:ext uri="{FF2B5EF4-FFF2-40B4-BE49-F238E27FC236}">
                <a16:creationId xmlns:a16="http://schemas.microsoft.com/office/drawing/2014/main" id="{0836D83C-4E21-3D59-01BD-1301C40C4187}"/>
              </a:ext>
            </a:extLst>
          </p:cNvPr>
          <p:cNvSpPr>
            <a:spLocks noGrp="1"/>
          </p:cNvSpPr>
          <p:nvPr>
            <p:ph sz="half" idx="2"/>
          </p:nvPr>
        </p:nvSpPr>
        <p:spPr>
          <a:xfrm>
            <a:off x="5427407" y="555712"/>
            <a:ext cx="6065179" cy="5614416"/>
          </a:xfrm>
        </p:spPr>
        <p:txBody>
          <a:bodyPr vert="horz" lIns="91440" tIns="45720" rIns="91440" bIns="45720" rtlCol="0">
            <a:normAutofit/>
          </a:bodyPr>
          <a:lstStyle/>
          <a:p>
            <a:r>
              <a:rPr lang="en-US"/>
              <a:t>Regular Cleaning</a:t>
            </a:r>
          </a:p>
          <a:p>
            <a:pPr lvl="1"/>
            <a:r>
              <a:rPr lang="en-US"/>
              <a:t>Remove dirt, dust, and debris</a:t>
            </a:r>
          </a:p>
          <a:p>
            <a:pPr lvl="1"/>
            <a:r>
              <a:rPr lang="en-US"/>
              <a:t>Enhances efficiency</a:t>
            </a:r>
          </a:p>
          <a:p>
            <a:r>
              <a:rPr lang="en-US"/>
              <a:t>Inspection of Panels and Mounting System</a:t>
            </a:r>
          </a:p>
          <a:p>
            <a:pPr lvl="1"/>
            <a:r>
              <a:rPr lang="en-US"/>
              <a:t>Look for signs of damage or wear</a:t>
            </a:r>
          </a:p>
          <a:p>
            <a:pPr lvl="1"/>
            <a:r>
              <a:rPr lang="en-US"/>
              <a:t>Check after severe weather events</a:t>
            </a:r>
          </a:p>
          <a:p>
            <a:r>
              <a:rPr lang="en-US"/>
              <a:t>Electrical Connections and Inverter Check</a:t>
            </a:r>
          </a:p>
          <a:p>
            <a:pPr lvl="1"/>
            <a:r>
              <a:rPr lang="en-US"/>
              <a:t>Ensure proper functioning</a:t>
            </a:r>
          </a:p>
          <a:p>
            <a:r>
              <a:rPr lang="en-US"/>
              <a:t>Professional Inspections and Maintenance</a:t>
            </a:r>
          </a:p>
          <a:p>
            <a:pPr lvl="1"/>
            <a:r>
              <a:rPr lang="en-US"/>
              <a:t>Schedule at least once a year</a:t>
            </a:r>
          </a:p>
          <a:p>
            <a:pPr lvl="1"/>
            <a:r>
              <a:rPr lang="en-US"/>
              <a:t>Ensures optimal performance</a:t>
            </a:r>
          </a:p>
        </p:txBody>
      </p:sp>
      <p:cxnSp>
        <p:nvCxnSpPr>
          <p:cNvPr id="16" name="Straight Connector 15">
            <a:extLst>
              <a:ext uri="{FF2B5EF4-FFF2-40B4-BE49-F238E27FC236}">
                <a16:creationId xmlns:a16="http://schemas.microsoft.com/office/drawing/2014/main" id="{40ADC89C-EB4E-4AA5-ABBD-448BEC5FA3C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876800" y="723900"/>
            <a:ext cx="0" cy="54494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7981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Solar panels on the roof of an administrative building. Black wall panels.">
            <a:extLst>
              <a:ext uri="{FF2B5EF4-FFF2-40B4-BE49-F238E27FC236}">
                <a16:creationId xmlns:a16="http://schemas.microsoft.com/office/drawing/2014/main" id="{03CFA27F-78F1-4492-9DA8-9ADEFC98EFAB}"/>
              </a:ext>
            </a:extLst>
          </p:cNvPr>
          <p:cNvPicPr>
            <a:picLocks noGrp="1" noChangeAspect="1"/>
          </p:cNvPicPr>
          <p:nvPr>
            <p:ph sz="half" idx="1"/>
          </p:nvPr>
        </p:nvPicPr>
        <p:blipFill>
          <a:blip r:embed="rId3"/>
          <a:srcRect l="4651" r="1558" b="2"/>
          <a:stretch/>
        </p:blipFill>
        <p:spPr>
          <a:xfrm>
            <a:off x="715365" y="3524790"/>
            <a:ext cx="3721629" cy="2648593"/>
          </a:xfrm>
          <a:prstGeom prst="rect">
            <a:avLst/>
          </a:prstGeom>
        </p:spPr>
      </p:pic>
      <p:sp>
        <p:nvSpPr>
          <p:cNvPr id="2" name="Title 1">
            <a:extLst>
              <a:ext uri="{FF2B5EF4-FFF2-40B4-BE49-F238E27FC236}">
                <a16:creationId xmlns:a16="http://schemas.microsoft.com/office/drawing/2014/main" id="{F5761B8E-1EB8-82D5-2461-F7E38B6E87F1}"/>
              </a:ext>
            </a:extLst>
          </p:cNvPr>
          <p:cNvSpPr>
            <a:spLocks noGrp="1"/>
          </p:cNvSpPr>
          <p:nvPr>
            <p:ph type="title"/>
          </p:nvPr>
        </p:nvSpPr>
        <p:spPr>
          <a:xfrm>
            <a:off x="704088" y="555713"/>
            <a:ext cx="3721629" cy="2648594"/>
          </a:xfrm>
        </p:spPr>
        <p:txBody>
          <a:bodyPr vert="horz" lIns="91440" tIns="45720" rIns="91440" bIns="45720" rtlCol="0" anchor="t">
            <a:normAutofit/>
          </a:bodyPr>
          <a:lstStyle/>
          <a:p>
            <a:r>
              <a:rPr lang="en-US" sz="3700"/>
              <a:t>Environmental Benefits</a:t>
            </a:r>
          </a:p>
        </p:txBody>
      </p:sp>
      <p:sp>
        <p:nvSpPr>
          <p:cNvPr id="4" name="Content Placeholder 3">
            <a:extLst>
              <a:ext uri="{FF2B5EF4-FFF2-40B4-BE49-F238E27FC236}">
                <a16:creationId xmlns:a16="http://schemas.microsoft.com/office/drawing/2014/main" id="{482BEE2F-D45D-AF9F-C831-2C131B1AD744}"/>
              </a:ext>
            </a:extLst>
          </p:cNvPr>
          <p:cNvSpPr>
            <a:spLocks noGrp="1"/>
          </p:cNvSpPr>
          <p:nvPr>
            <p:ph sz="half" idx="2"/>
          </p:nvPr>
        </p:nvSpPr>
        <p:spPr>
          <a:xfrm>
            <a:off x="5427407" y="555712"/>
            <a:ext cx="6065179" cy="5614416"/>
          </a:xfrm>
        </p:spPr>
        <p:txBody>
          <a:bodyPr vert="horz" lIns="91440" tIns="45720" rIns="91440" bIns="45720" rtlCol="0">
            <a:normAutofit/>
          </a:bodyPr>
          <a:lstStyle/>
          <a:p>
            <a:r>
              <a:rPr lang="en-US"/>
              <a:t>Reduction in Carbon Footprint</a:t>
            </a:r>
          </a:p>
          <a:p>
            <a:pPr lvl="1"/>
            <a:r>
              <a:rPr lang="en-US"/>
              <a:t>Solar panels produce clean, renewable energy</a:t>
            </a:r>
          </a:p>
          <a:p>
            <a:pPr lvl="1"/>
            <a:r>
              <a:rPr lang="en-US"/>
              <a:t>Reduces reliance on fossil fuels</a:t>
            </a:r>
          </a:p>
          <a:p>
            <a:pPr lvl="1"/>
            <a:r>
              <a:rPr lang="en-US"/>
              <a:t>Lowers greenhouse gas emissions</a:t>
            </a:r>
          </a:p>
          <a:p>
            <a:r>
              <a:rPr lang="en-US"/>
              <a:t>Energy Independence</a:t>
            </a:r>
          </a:p>
          <a:p>
            <a:pPr lvl="1"/>
            <a:r>
              <a:rPr lang="en-US"/>
              <a:t>Generate your own electricity</a:t>
            </a:r>
          </a:p>
          <a:p>
            <a:pPr lvl="1"/>
            <a:r>
              <a:rPr lang="en-US"/>
              <a:t>Reduce dependence on the grid</a:t>
            </a:r>
          </a:p>
          <a:p>
            <a:pPr lvl="1"/>
            <a:r>
              <a:rPr lang="en-US"/>
              <a:t>Contribute to energy security</a:t>
            </a:r>
          </a:p>
          <a:p>
            <a:r>
              <a:rPr lang="en-US"/>
              <a:t>Sustainable Investment</a:t>
            </a:r>
          </a:p>
          <a:p>
            <a:pPr lvl="1"/>
            <a:r>
              <a:rPr lang="en-US"/>
              <a:t>Solar energy is an abundant resource</a:t>
            </a:r>
          </a:p>
          <a:p>
            <a:pPr lvl="1"/>
            <a:r>
              <a:rPr lang="en-US"/>
              <a:t>Can be harnessed without depleting natural resources</a:t>
            </a:r>
          </a:p>
          <a:p>
            <a:pPr lvl="1"/>
            <a:r>
              <a:rPr lang="en-US"/>
              <a:t>Does not harm the environment</a:t>
            </a:r>
          </a:p>
        </p:txBody>
      </p:sp>
      <p:cxnSp>
        <p:nvCxnSpPr>
          <p:cNvPr id="16" name="Straight Connector 15">
            <a:extLst>
              <a:ext uri="{FF2B5EF4-FFF2-40B4-BE49-F238E27FC236}">
                <a16:creationId xmlns:a16="http://schemas.microsoft.com/office/drawing/2014/main" id="{40ADC89C-EB4E-4AA5-ABBD-448BEC5FA3C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876800" y="723900"/>
            <a:ext cx="0" cy="54494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1828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1BA91B-9950-5D98-9E8F-4C4683302319}"/>
              </a:ext>
            </a:extLst>
          </p:cNvPr>
          <p:cNvSpPr>
            <a:spLocks noGrp="1"/>
          </p:cNvSpPr>
          <p:nvPr>
            <p:ph type="title"/>
          </p:nvPr>
        </p:nvSpPr>
        <p:spPr>
          <a:xfrm>
            <a:off x="704087" y="559063"/>
            <a:ext cx="3306747" cy="5256025"/>
          </a:xfrm>
        </p:spPr>
        <p:txBody>
          <a:bodyPr>
            <a:normAutofit/>
          </a:bodyPr>
          <a:lstStyle/>
          <a:p>
            <a:r>
              <a:rPr lang="en-US" sz="3600"/>
              <a:t>Cost Savings Over Time</a:t>
            </a:r>
          </a:p>
        </p:txBody>
      </p:sp>
      <p:sp>
        <p:nvSpPr>
          <p:cNvPr id="3" name="Content Placeholder 2">
            <a:extLst>
              <a:ext uri="{FF2B5EF4-FFF2-40B4-BE49-F238E27FC236}">
                <a16:creationId xmlns:a16="http://schemas.microsoft.com/office/drawing/2014/main" id="{6BE7936C-C3E6-8290-3A89-78428CFBD145}"/>
              </a:ext>
            </a:extLst>
          </p:cNvPr>
          <p:cNvSpPr>
            <a:spLocks noGrp="1"/>
          </p:cNvSpPr>
          <p:nvPr>
            <p:ph idx="1"/>
          </p:nvPr>
        </p:nvSpPr>
        <p:spPr>
          <a:xfrm>
            <a:off x="4643022" y="622249"/>
            <a:ext cx="6844892" cy="5639712"/>
          </a:xfrm>
        </p:spPr>
        <p:txBody>
          <a:bodyPr>
            <a:normAutofit/>
          </a:bodyPr>
          <a:lstStyle/>
          <a:p>
            <a:r>
              <a:rPr lang="en-US"/>
              <a:t>Initial Investment</a:t>
            </a:r>
          </a:p>
          <a:p>
            <a:pPr lvl="1"/>
            <a:r>
              <a:rPr lang="en-US"/>
              <a:t>Upfront cost can be significant</a:t>
            </a:r>
          </a:p>
          <a:p>
            <a:pPr lvl="1"/>
            <a:r>
              <a:rPr lang="en-US"/>
              <a:t>Incentives and tax credits available</a:t>
            </a:r>
          </a:p>
          <a:p>
            <a:r>
              <a:rPr lang="en-US"/>
              <a:t>Energy Bill Savings</a:t>
            </a:r>
          </a:p>
          <a:p>
            <a:pPr lvl="1"/>
            <a:r>
              <a:rPr lang="en-US"/>
              <a:t>Reduces or eliminates monthly electricity bills</a:t>
            </a:r>
          </a:p>
          <a:p>
            <a:pPr lvl="1"/>
            <a:r>
              <a:rPr lang="en-US"/>
              <a:t>Leads to substantial savings over time</a:t>
            </a:r>
          </a:p>
          <a:p>
            <a:r>
              <a:rPr lang="en-US"/>
              <a:t>Return on Investment</a:t>
            </a:r>
          </a:p>
          <a:p>
            <a:pPr lvl="1"/>
            <a:r>
              <a:rPr lang="en-US"/>
              <a:t>ROI typically seen within 5-10 years</a:t>
            </a:r>
          </a:p>
          <a:p>
            <a:pPr lvl="1"/>
            <a:r>
              <a:rPr lang="en-US"/>
              <a:t>Continued savings for the system's lifespan</a:t>
            </a:r>
          </a:p>
          <a:p>
            <a:r>
              <a:rPr lang="en-US"/>
              <a:t>Increased Home Value</a:t>
            </a:r>
          </a:p>
          <a:p>
            <a:pPr lvl="1"/>
            <a:r>
              <a:rPr lang="en-US"/>
              <a:t>Increases market value of the home</a:t>
            </a:r>
          </a:p>
          <a:p>
            <a:pPr lvl="1"/>
            <a:r>
              <a:rPr lang="en-US"/>
              <a:t>Makes home more attractive to buyers</a:t>
            </a:r>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8573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photovoltaic power plant">
            <a:extLst>
              <a:ext uri="{FF2B5EF4-FFF2-40B4-BE49-F238E27FC236}">
                <a16:creationId xmlns:a16="http://schemas.microsoft.com/office/drawing/2014/main" id="{C5CE6815-FD25-4C0B-8179-BEDC218AB0BB}"/>
              </a:ext>
            </a:extLst>
          </p:cNvPr>
          <p:cNvPicPr>
            <a:picLocks noGrp="1" noChangeAspect="1"/>
          </p:cNvPicPr>
          <p:nvPr>
            <p:ph sz="half" idx="1"/>
          </p:nvPr>
        </p:nvPicPr>
        <p:blipFill>
          <a:blip r:embed="rId3"/>
          <a:srcRect l="29192" r="29975" b="2"/>
          <a:stretch/>
        </p:blipFill>
        <p:spPr>
          <a:xfrm>
            <a:off x="20" y="-17929"/>
            <a:ext cx="4206220" cy="6875929"/>
          </a:xfrm>
          <a:prstGeom prst="rect">
            <a:avLst/>
          </a:prstGeom>
        </p:spPr>
      </p:pic>
      <p:sp>
        <p:nvSpPr>
          <p:cNvPr id="2" name="Title 1">
            <a:extLst>
              <a:ext uri="{FF2B5EF4-FFF2-40B4-BE49-F238E27FC236}">
                <a16:creationId xmlns:a16="http://schemas.microsoft.com/office/drawing/2014/main" id="{C0220406-8F12-62A1-93C6-ADF259C9FFFC}"/>
              </a:ext>
            </a:extLst>
          </p:cNvPr>
          <p:cNvSpPr>
            <a:spLocks noGrp="1"/>
          </p:cNvSpPr>
          <p:nvPr>
            <p:ph type="title"/>
          </p:nvPr>
        </p:nvSpPr>
        <p:spPr>
          <a:xfrm>
            <a:off x="4866968" y="914400"/>
            <a:ext cx="6627924" cy="1307592"/>
          </a:xfrm>
        </p:spPr>
        <p:txBody>
          <a:bodyPr vert="horz" lIns="91440" tIns="45720" rIns="91440" bIns="45720" rtlCol="0" anchor="t">
            <a:normAutofit/>
          </a:bodyPr>
          <a:lstStyle/>
          <a:p>
            <a:r>
              <a:rPr lang="en-US"/>
              <a:t>Base Prices</a:t>
            </a:r>
          </a:p>
        </p:txBody>
      </p:sp>
      <p:sp>
        <p:nvSpPr>
          <p:cNvPr id="4" name="Content Placeholder 3">
            <a:extLst>
              <a:ext uri="{FF2B5EF4-FFF2-40B4-BE49-F238E27FC236}">
                <a16:creationId xmlns:a16="http://schemas.microsoft.com/office/drawing/2014/main" id="{7E58A1F5-E87C-D14C-122A-58BCF3F3FBC7}"/>
              </a:ext>
            </a:extLst>
          </p:cNvPr>
          <p:cNvSpPr>
            <a:spLocks noGrp="1"/>
          </p:cNvSpPr>
          <p:nvPr>
            <p:ph sz="half" idx="2"/>
          </p:nvPr>
        </p:nvSpPr>
        <p:spPr>
          <a:xfrm>
            <a:off x="4866968" y="2221992"/>
            <a:ext cx="6627924" cy="3739896"/>
          </a:xfrm>
        </p:spPr>
        <p:txBody>
          <a:bodyPr vert="horz" lIns="91440" tIns="45720" rIns="91440" bIns="45720" rtlCol="0">
            <a:normAutofit/>
          </a:bodyPr>
          <a:lstStyle/>
          <a:p>
            <a:r>
              <a:rPr lang="en-US"/>
              <a:t>Monocrystalline Panels</a:t>
            </a:r>
          </a:p>
          <a:p>
            <a:pPr lvl="1"/>
            <a:r>
              <a:rPr lang="en-US"/>
              <a:t>Price range: $0.80 to $1.50 per watt</a:t>
            </a:r>
          </a:p>
          <a:p>
            <a:r>
              <a:rPr lang="en-US"/>
              <a:t>Polycrystalline Panels</a:t>
            </a:r>
          </a:p>
          <a:p>
            <a:pPr lvl="1"/>
            <a:r>
              <a:rPr lang="en-US"/>
              <a:t>Price range: $0.60 to $1.00 per watt</a:t>
            </a:r>
          </a:p>
        </p:txBody>
      </p:sp>
      <p:cxnSp>
        <p:nvCxnSpPr>
          <p:cNvPr id="16" name="Straight Connector 15">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2945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AAD0195E-7F27-4D06-9427-0C121D721A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D74C2FC-3228-4FC1-B97B-87AD35508D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174BF75-E0F4-4190-F544-960BD848ADC7}"/>
              </a:ext>
            </a:extLst>
          </p:cNvPr>
          <p:cNvSpPr>
            <a:spLocks noGrp="1"/>
          </p:cNvSpPr>
          <p:nvPr>
            <p:ph type="title"/>
          </p:nvPr>
        </p:nvSpPr>
        <p:spPr>
          <a:xfrm>
            <a:off x="700087" y="909638"/>
            <a:ext cx="10691813" cy="1155618"/>
          </a:xfrm>
        </p:spPr>
        <p:txBody>
          <a:bodyPr>
            <a:normAutofit/>
          </a:bodyPr>
          <a:lstStyle/>
          <a:p>
            <a:r>
              <a:rPr lang="en-US" sz="3700"/>
              <a:t>Average Pricing for a 1850 Square Foot Home</a:t>
            </a:r>
          </a:p>
        </p:txBody>
      </p:sp>
      <p:graphicFrame>
        <p:nvGraphicFramePr>
          <p:cNvPr id="5" name="Content Placeholder 2">
            <a:extLst>
              <a:ext uri="{FF2B5EF4-FFF2-40B4-BE49-F238E27FC236}">
                <a16:creationId xmlns:a16="http://schemas.microsoft.com/office/drawing/2014/main" id="{E282B1E8-C9C4-5649-4F16-B0FFE43C2A58}"/>
              </a:ext>
            </a:extLst>
          </p:cNvPr>
          <p:cNvGraphicFramePr>
            <a:graphicFrameLocks noGrp="1"/>
          </p:cNvGraphicFramePr>
          <p:nvPr>
            <p:ph idx="1"/>
            <p:extLst>
              <p:ext uri="{D42A27DB-BD31-4B8C-83A1-F6EECF244321}">
                <p14:modId xmlns:p14="http://schemas.microsoft.com/office/powerpoint/2010/main" val="163856036"/>
              </p:ext>
            </p:extLst>
          </p:nvPr>
        </p:nvGraphicFramePr>
        <p:xfrm>
          <a:off x="700088" y="2222500"/>
          <a:ext cx="10691812" cy="37401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54754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25D8D0-B7C9-B349-91CE-F78FE88F5856}"/>
              </a:ext>
            </a:extLst>
          </p:cNvPr>
          <p:cNvSpPr>
            <a:spLocks noGrp="1"/>
          </p:cNvSpPr>
          <p:nvPr>
            <p:ph type="title"/>
          </p:nvPr>
        </p:nvSpPr>
        <p:spPr>
          <a:xfrm>
            <a:off x="704088" y="555712"/>
            <a:ext cx="4218435" cy="2390687"/>
          </a:xfrm>
        </p:spPr>
        <p:txBody>
          <a:bodyPr vert="horz" lIns="91440" tIns="45720" rIns="91440" bIns="45720" rtlCol="0" anchor="t">
            <a:normAutofit/>
          </a:bodyPr>
          <a:lstStyle/>
          <a:p>
            <a:r>
              <a:rPr lang="en-US"/>
              <a:t>Discounts and Incentives</a:t>
            </a:r>
          </a:p>
        </p:txBody>
      </p:sp>
      <p:sp>
        <p:nvSpPr>
          <p:cNvPr id="4" name="Content Placeholder 3">
            <a:extLst>
              <a:ext uri="{FF2B5EF4-FFF2-40B4-BE49-F238E27FC236}">
                <a16:creationId xmlns:a16="http://schemas.microsoft.com/office/drawing/2014/main" id="{B1B72AC2-3F84-2898-7514-1BB8D9495760}"/>
              </a:ext>
            </a:extLst>
          </p:cNvPr>
          <p:cNvSpPr>
            <a:spLocks noGrp="1"/>
          </p:cNvSpPr>
          <p:nvPr>
            <p:ph sz="half" idx="2"/>
          </p:nvPr>
        </p:nvSpPr>
        <p:spPr>
          <a:xfrm>
            <a:off x="5576418" y="555712"/>
            <a:ext cx="5916168" cy="5614416"/>
          </a:xfrm>
        </p:spPr>
        <p:txBody>
          <a:bodyPr vert="horz" lIns="91440" tIns="45720" rIns="91440" bIns="45720" rtlCol="0">
            <a:normAutofit/>
          </a:bodyPr>
          <a:lstStyle/>
          <a:p>
            <a:r>
              <a:rPr lang="en-US"/>
              <a:t>Bulk Purchase Discounts</a:t>
            </a:r>
          </a:p>
          <a:p>
            <a:pPr lvl="1"/>
            <a:r>
              <a:rPr lang="en-US"/>
              <a:t>Save up to 10% on orders exceeding 10 kW</a:t>
            </a:r>
          </a:p>
          <a:p>
            <a:r>
              <a:rPr lang="en-US"/>
              <a:t>Seasonal Promotions</a:t>
            </a:r>
          </a:p>
          <a:p>
            <a:pPr lvl="1"/>
            <a:r>
              <a:rPr lang="en-US"/>
              <a:t>Special discounts available during peak installation seasons</a:t>
            </a:r>
          </a:p>
          <a:p>
            <a:r>
              <a:rPr lang="en-US"/>
              <a:t>Federal and State Tax Credits</a:t>
            </a:r>
          </a:p>
          <a:p>
            <a:pPr lvl="1"/>
            <a:r>
              <a:rPr lang="en-US"/>
              <a:t>Up to 26% tax credit available through federal incentives</a:t>
            </a:r>
          </a:p>
          <a:p>
            <a:pPr lvl="1"/>
            <a:r>
              <a:rPr lang="en-US"/>
              <a:t>Additional state-specific rebates</a:t>
            </a:r>
          </a:p>
          <a:p>
            <a:r>
              <a:rPr lang="en-US"/>
              <a:t>Referral Programs</a:t>
            </a:r>
          </a:p>
          <a:p>
            <a:pPr lvl="1"/>
            <a:r>
              <a:rPr lang="en-US"/>
              <a:t>Earn discounts for referring new customers</a:t>
            </a:r>
          </a:p>
          <a:p>
            <a:r>
              <a:rPr lang="en-US"/>
              <a:t>Financing Options</a:t>
            </a:r>
          </a:p>
          <a:p>
            <a:pPr lvl="1"/>
            <a:r>
              <a:rPr lang="en-US"/>
              <a:t>Low-interest financing available through selected partners</a:t>
            </a:r>
          </a:p>
        </p:txBody>
      </p:sp>
      <p:pic>
        <p:nvPicPr>
          <p:cNvPr id="5" name="Content Placeholder 4" descr="Photo voltaic solar panels and blue sky with clouds">
            <a:extLst>
              <a:ext uri="{FF2B5EF4-FFF2-40B4-BE49-F238E27FC236}">
                <a16:creationId xmlns:a16="http://schemas.microsoft.com/office/drawing/2014/main" id="{E2358A20-E5C0-4A16-9DF5-EF23F6C5B828}"/>
              </a:ext>
            </a:extLst>
          </p:cNvPr>
          <p:cNvPicPr>
            <a:picLocks noGrp="1" noChangeAspect="1"/>
          </p:cNvPicPr>
          <p:nvPr>
            <p:ph sz="half" idx="1"/>
          </p:nvPr>
        </p:nvPicPr>
        <p:blipFill>
          <a:blip r:embed="rId3"/>
          <a:stretch>
            <a:fillRect/>
          </a:stretch>
        </p:blipFill>
        <p:spPr>
          <a:xfrm>
            <a:off x="715383" y="4336258"/>
            <a:ext cx="4289754" cy="1833869"/>
          </a:xfrm>
          <a:prstGeom prst="rect">
            <a:avLst/>
          </a:prstGeom>
        </p:spPr>
      </p:pic>
      <p:cxnSp>
        <p:nvCxnSpPr>
          <p:cNvPr id="16" name="Straight Connector 15">
            <a:extLst>
              <a:ext uri="{FF2B5EF4-FFF2-40B4-BE49-F238E27FC236}">
                <a16:creationId xmlns:a16="http://schemas.microsoft.com/office/drawing/2014/main" id="{40ADC89C-EB4E-4AA5-ABBD-448BEC5FA3C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255110" y="723900"/>
            <a:ext cx="0" cy="54494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1791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F270EE-CB1F-65CA-1B6F-263073EA8666}"/>
              </a:ext>
            </a:extLst>
          </p:cNvPr>
          <p:cNvSpPr>
            <a:spLocks noGrp="1"/>
          </p:cNvSpPr>
          <p:nvPr>
            <p:ph type="title"/>
          </p:nvPr>
        </p:nvSpPr>
        <p:spPr>
          <a:xfrm>
            <a:off x="704087" y="559063"/>
            <a:ext cx="3306747" cy="5256025"/>
          </a:xfrm>
        </p:spPr>
        <p:txBody>
          <a:bodyPr>
            <a:normAutofit/>
          </a:bodyPr>
          <a:lstStyle/>
          <a:p>
            <a:r>
              <a:rPr lang="en-US" sz="3600"/>
              <a:t>Comparison of Panel Types</a:t>
            </a:r>
          </a:p>
        </p:txBody>
      </p:sp>
      <p:sp>
        <p:nvSpPr>
          <p:cNvPr id="3" name="Content Placeholder 2">
            <a:extLst>
              <a:ext uri="{FF2B5EF4-FFF2-40B4-BE49-F238E27FC236}">
                <a16:creationId xmlns:a16="http://schemas.microsoft.com/office/drawing/2014/main" id="{555A4C54-B45F-7CED-FA32-E818AABAAE8A}"/>
              </a:ext>
            </a:extLst>
          </p:cNvPr>
          <p:cNvSpPr>
            <a:spLocks noGrp="1"/>
          </p:cNvSpPr>
          <p:nvPr>
            <p:ph idx="1"/>
          </p:nvPr>
        </p:nvSpPr>
        <p:spPr>
          <a:xfrm>
            <a:off x="4643022" y="622249"/>
            <a:ext cx="6844892" cy="5639712"/>
          </a:xfrm>
        </p:spPr>
        <p:txBody>
          <a:bodyPr>
            <a:normAutofit/>
          </a:bodyPr>
          <a:lstStyle/>
          <a:p>
            <a:r>
              <a:rPr lang="en-US"/>
              <a:t>Efficiency</a:t>
            </a:r>
          </a:p>
          <a:p>
            <a:pPr lvl="1"/>
            <a:r>
              <a:rPr lang="en-US"/>
              <a:t>Monocrystalline: 15-20%</a:t>
            </a:r>
          </a:p>
          <a:p>
            <a:pPr lvl="1"/>
            <a:r>
              <a:rPr lang="en-US"/>
              <a:t>Polycrystalline: 13-16%</a:t>
            </a:r>
          </a:p>
          <a:p>
            <a:r>
              <a:rPr lang="en-US"/>
              <a:t>Cost</a:t>
            </a:r>
          </a:p>
          <a:p>
            <a:pPr lvl="1"/>
            <a:r>
              <a:rPr lang="en-US"/>
              <a:t>Polycrystalline panels are generally less expensive</a:t>
            </a:r>
          </a:p>
          <a:p>
            <a:r>
              <a:rPr lang="en-US"/>
              <a:t>Appearance</a:t>
            </a:r>
          </a:p>
          <a:p>
            <a:pPr lvl="1"/>
            <a:r>
              <a:rPr lang="en-US"/>
              <a:t>Monocrystalline: Uniform black color</a:t>
            </a:r>
          </a:p>
          <a:p>
            <a:pPr lvl="1"/>
            <a:r>
              <a:rPr lang="en-US"/>
              <a:t>Polycrystalline: Blueish hue with a speckled appearance</a:t>
            </a:r>
          </a:p>
          <a:p>
            <a:r>
              <a:rPr lang="en-US"/>
              <a:t>Space Requirements</a:t>
            </a:r>
          </a:p>
          <a:p>
            <a:pPr lvl="1"/>
            <a:r>
              <a:rPr lang="en-US"/>
              <a:t>Monocrystalline panels require less space due to higher efficiency</a:t>
            </a:r>
          </a:p>
          <a:p>
            <a:r>
              <a:rPr lang="en-US"/>
              <a:t>Longevity</a:t>
            </a:r>
          </a:p>
          <a:p>
            <a:pPr lvl="1"/>
            <a:r>
              <a:rPr lang="en-US"/>
              <a:t>Both types have similar lifespans</a:t>
            </a:r>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6308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7D4F21-BAA1-718F-D63B-255724896C48}"/>
              </a:ext>
            </a:extLst>
          </p:cNvPr>
          <p:cNvSpPr>
            <a:spLocks noGrp="1"/>
          </p:cNvSpPr>
          <p:nvPr>
            <p:ph type="title"/>
          </p:nvPr>
        </p:nvSpPr>
        <p:spPr>
          <a:xfrm>
            <a:off x="704088" y="914400"/>
            <a:ext cx="10687812" cy="798194"/>
          </a:xfrm>
        </p:spPr>
        <p:txBody>
          <a:bodyPr vert="horz" lIns="91440" tIns="45720" rIns="91440" bIns="45720" rtlCol="0" anchor="t">
            <a:normAutofit/>
          </a:bodyPr>
          <a:lstStyle/>
          <a:p>
            <a:r>
              <a:rPr lang="en-US"/>
              <a:t>Diagrams for Clarity</a:t>
            </a:r>
          </a:p>
        </p:txBody>
      </p:sp>
      <p:sp>
        <p:nvSpPr>
          <p:cNvPr id="4" name="Content Placeholder 3">
            <a:extLst>
              <a:ext uri="{FF2B5EF4-FFF2-40B4-BE49-F238E27FC236}">
                <a16:creationId xmlns:a16="http://schemas.microsoft.com/office/drawing/2014/main" id="{8E50C3D9-F2F0-159F-4DC9-C0458DFF6856}"/>
              </a:ext>
            </a:extLst>
          </p:cNvPr>
          <p:cNvSpPr>
            <a:spLocks noGrp="1"/>
          </p:cNvSpPr>
          <p:nvPr>
            <p:ph sz="half" idx="2"/>
          </p:nvPr>
        </p:nvSpPr>
        <p:spPr>
          <a:xfrm>
            <a:off x="7200900" y="1849121"/>
            <a:ext cx="4191001" cy="4139626"/>
          </a:xfrm>
        </p:spPr>
        <p:txBody>
          <a:bodyPr vert="horz" lIns="91440" tIns="45720" rIns="91440" bIns="45720" rtlCol="0" anchor="b">
            <a:normAutofit/>
          </a:bodyPr>
          <a:lstStyle/>
          <a:p>
            <a:r>
              <a:rPr lang="en-US"/>
              <a:t>Solar Panel Installation</a:t>
            </a:r>
          </a:p>
          <a:p>
            <a:pPr lvl="1"/>
            <a:r>
              <a:rPr lang="en-US"/>
              <a:t>Steps and components for residential roof-mounted solar panel array</a:t>
            </a:r>
          </a:p>
          <a:p>
            <a:r>
              <a:rPr lang="en-US"/>
              <a:t>Electrical Connections</a:t>
            </a:r>
          </a:p>
          <a:p>
            <a:pPr lvl="1"/>
            <a:r>
              <a:rPr lang="en-US"/>
              <a:t>Setup including inverter and battery storage system</a:t>
            </a:r>
          </a:p>
          <a:p>
            <a:r>
              <a:rPr lang="en-US"/>
              <a:t>Comparison of Panel Types</a:t>
            </a:r>
          </a:p>
          <a:p>
            <a:pPr lvl="1"/>
            <a:r>
              <a:rPr lang="en-US"/>
              <a:t>Differences between monocrystalline and polycrystalline solar panels</a:t>
            </a:r>
          </a:p>
        </p:txBody>
      </p:sp>
      <p:cxnSp>
        <p:nvCxnSpPr>
          <p:cNvPr id="16" name="Straight Connector 1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charger electric carin the building house roof and solar panels smart home solar photovoltaic set included 3d illustration isolated on a white background with clipping path">
            <a:extLst>
              <a:ext uri="{FF2B5EF4-FFF2-40B4-BE49-F238E27FC236}">
                <a16:creationId xmlns:a16="http://schemas.microsoft.com/office/drawing/2014/main" id="{E36414BE-B830-4B62-8137-76A2B5EC1268}"/>
              </a:ext>
            </a:extLst>
          </p:cNvPr>
          <p:cNvPicPr>
            <a:picLocks noGrp="1" noChangeAspect="1"/>
          </p:cNvPicPr>
          <p:nvPr>
            <p:ph sz="half" idx="1"/>
          </p:nvPr>
        </p:nvPicPr>
        <p:blipFill>
          <a:blip r:embed="rId3"/>
          <a:stretch>
            <a:fillRect/>
          </a:stretch>
        </p:blipFill>
        <p:spPr>
          <a:xfrm>
            <a:off x="800100" y="3413203"/>
            <a:ext cx="6072188" cy="2595860"/>
          </a:xfrm>
          <a:prstGeom prst="rect">
            <a:avLst/>
          </a:prstGeom>
        </p:spPr>
      </p:pic>
      <p:cxnSp>
        <p:nvCxnSpPr>
          <p:cNvPr id="18" name="Straight Connector 17">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1039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62AE7A-E026-3BE4-C87A-E5D6B15B1806}"/>
              </a:ext>
            </a:extLst>
          </p:cNvPr>
          <p:cNvSpPr>
            <a:spLocks noGrp="1"/>
          </p:cNvSpPr>
          <p:nvPr>
            <p:ph type="title"/>
          </p:nvPr>
        </p:nvSpPr>
        <p:spPr>
          <a:xfrm>
            <a:off x="704087" y="559063"/>
            <a:ext cx="3306747" cy="5256025"/>
          </a:xfrm>
        </p:spPr>
        <p:txBody>
          <a:bodyPr>
            <a:normAutofit/>
          </a:bodyPr>
          <a:lstStyle/>
          <a:p>
            <a:r>
              <a:rPr lang="en-US" sz="3600"/>
              <a:t>Conclusion</a:t>
            </a:r>
          </a:p>
        </p:txBody>
      </p:sp>
      <p:sp>
        <p:nvSpPr>
          <p:cNvPr id="3" name="Content Placeholder 2">
            <a:extLst>
              <a:ext uri="{FF2B5EF4-FFF2-40B4-BE49-F238E27FC236}">
                <a16:creationId xmlns:a16="http://schemas.microsoft.com/office/drawing/2014/main" id="{7CC5EA8E-2D01-C674-B943-D674F41B93CF}"/>
              </a:ext>
            </a:extLst>
          </p:cNvPr>
          <p:cNvSpPr>
            <a:spLocks noGrp="1"/>
          </p:cNvSpPr>
          <p:nvPr>
            <p:ph idx="1"/>
          </p:nvPr>
        </p:nvSpPr>
        <p:spPr>
          <a:xfrm>
            <a:off x="4643022" y="622249"/>
            <a:ext cx="6844892" cy="5639712"/>
          </a:xfrm>
        </p:spPr>
        <p:txBody>
          <a:bodyPr>
            <a:normAutofit/>
          </a:bodyPr>
          <a:lstStyle/>
          <a:p>
            <a:r>
              <a:rPr lang="en-US"/>
              <a:t>Environmental Impact</a:t>
            </a:r>
          </a:p>
          <a:p>
            <a:pPr lvl="1"/>
            <a:r>
              <a:rPr lang="en-US"/>
              <a:t>Reduces carbon footprint</a:t>
            </a:r>
          </a:p>
          <a:p>
            <a:pPr lvl="1"/>
            <a:r>
              <a:rPr lang="en-US"/>
              <a:t>Promotes sustainable living</a:t>
            </a:r>
          </a:p>
          <a:p>
            <a:r>
              <a:rPr lang="en-US"/>
              <a:t>Energy Independence</a:t>
            </a:r>
          </a:p>
          <a:p>
            <a:pPr lvl="1"/>
            <a:r>
              <a:rPr lang="en-US"/>
              <a:t>Decreases reliance on grid power</a:t>
            </a:r>
          </a:p>
          <a:p>
            <a:pPr lvl="1"/>
            <a:r>
              <a:rPr lang="en-US"/>
              <a:t>Ensures a stable energy supply</a:t>
            </a:r>
          </a:p>
          <a:p>
            <a:r>
              <a:rPr lang="en-US"/>
              <a:t>Cost Savings</a:t>
            </a:r>
          </a:p>
          <a:p>
            <a:pPr lvl="1"/>
            <a:r>
              <a:rPr lang="en-US"/>
              <a:t>Lowers energy bills</a:t>
            </a:r>
          </a:p>
          <a:p>
            <a:pPr lvl="1"/>
            <a:r>
              <a:rPr lang="en-US"/>
              <a:t>Potential for government incentives</a:t>
            </a:r>
          </a:p>
          <a:p>
            <a:r>
              <a:rPr lang="en-US"/>
              <a:t>Efficiency Metrics</a:t>
            </a:r>
          </a:p>
          <a:p>
            <a:r>
              <a:rPr lang="en-US"/>
              <a:t>Installation Guidelines</a:t>
            </a:r>
          </a:p>
          <a:p>
            <a:r>
              <a:rPr lang="en-US"/>
              <a:t>Maintenance Tips</a:t>
            </a:r>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7283182"/>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imelineStatus xmlns="bb6133b9-d602-40a0-8a01-38633b46c2e5">On Track</TimelineStatus>
    <PrimeClassificationStatusDetails xmlns="38a71296-dfe7-4f64-a6a1-c1691144d90e" xsi:nil="true"/>
    <PrimeCorrectedByUser xmlns="38a71296-dfe7-4f64-a6a1-c1691144d90e" xsi:nil="true"/>
    <PropertySqFt xmlns="bb6133b9-d602-40a0-8a01-38633b46c2e5" xsi:nil="true"/>
    <ProjectSize xmlns="bb6133b9-d602-40a0-8a01-38633b46c2e5" xsi:nil="true"/>
    <ProjectCost xmlns="bb6133b9-d602-40a0-8a01-38633b46c2e5" xsi:nil="true"/>
    <Reviewed xmlns="bb6133b9-d602-40a0-8a01-38633b46c2e5">false</Reviewed>
    <ProjectLocation xmlns="bb6133b9-d602-40a0-8a01-38633b46c2e5" xsi:nil="true"/>
    <PrimeLastClassified xmlns="38a71296-dfe7-4f64-a6a1-c1691144d90e" xsi:nil="true"/>
    <ArrayType xmlns="bb6133b9-d602-40a0-8a01-38633b46c2e5" xsi:nil="true"/>
    <PrimeClassificationStatus xmlns="38a71296-dfe7-4f64-a6a1-c1691144d90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ADBDB89296ABC4CA97A3BE41CC45CB1" ma:contentTypeVersion="17" ma:contentTypeDescription="Create a new document." ma:contentTypeScope="" ma:versionID="ae7d54edf8c7d621891a01959cf4ace8">
  <xsd:schema xmlns:xsd="http://www.w3.org/2001/XMLSchema" xmlns:xs="http://www.w3.org/2001/XMLSchema" xmlns:p="http://schemas.microsoft.com/office/2006/metadata/properties" xmlns:ns2="bb6133b9-d602-40a0-8a01-38633b46c2e5" xmlns:ns3="38a71296-dfe7-4f64-a6a1-c1691144d90e" targetNamespace="http://schemas.microsoft.com/office/2006/metadata/properties" ma:root="true" ma:fieldsID="ecbfb1f90456d80c0e0f618ec477891c" ns2:_="" ns3:_="">
    <xsd:import namespace="bb6133b9-d602-40a0-8a01-38633b46c2e5"/>
    <xsd:import namespace="38a71296-dfe7-4f64-a6a1-c1691144d9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ProjectCost" minOccurs="0"/>
                <xsd:element ref="ns2:PropertySqFt" minOccurs="0"/>
                <xsd:element ref="ns2:ProjectLocation" minOccurs="0"/>
                <xsd:element ref="ns2:ArrayType" minOccurs="0"/>
                <xsd:element ref="ns2:ProjectSize" minOccurs="0"/>
                <xsd:element ref="ns2:TimelineStatus" minOccurs="0"/>
                <xsd:element ref="ns2:Reviewed" minOccurs="0"/>
                <xsd:element ref="ns3:PrimeClassificationStatus" minOccurs="0"/>
                <xsd:element ref="ns3:PrimeClassificationStatusDetails" minOccurs="0"/>
                <xsd:element ref="ns3:PrimeLastClassified" minOccurs="0"/>
                <xsd:element ref="ns3:PrimeCorrectedByUs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b6133b9-d602-40a0-8a01-38633b46c2e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ProjectCost" ma:index="11" nillable="true" ma:displayName="Project Cost" ma:internalName="ProjectCost">
      <xsd:simpleType>
        <xsd:restriction base="dms:Number"/>
      </xsd:simpleType>
    </xsd:element>
    <xsd:element name="PropertySqFt" ma:index="12" nillable="true" ma:displayName="Property SqFt" ma:internalName="PropertySqFt">
      <xsd:simpleType>
        <xsd:restriction base="dms:Number"/>
      </xsd:simpleType>
    </xsd:element>
    <xsd:element name="ProjectLocation" ma:index="13" nillable="true" ma:displayName="Location" ma:internalName="ProjectLocation">
      <xsd:simpleType>
        <xsd:restriction base="dms:Text"/>
      </xsd:simpleType>
    </xsd:element>
    <xsd:element name="ArrayType" ma:index="14" nillable="true" ma:displayName="Array Type" ma:format="Dropdown" ma:internalName="ArrayType">
      <xsd:simpleType>
        <xsd:restriction base="dms:Choice">
          <xsd:enumeration value="A100"/>
          <xsd:enumeration value="A200"/>
          <xsd:enumeration value="A300"/>
          <xsd:enumeration value="A400"/>
          <xsd:enumeration value="Other"/>
        </xsd:restriction>
      </xsd:simpleType>
    </xsd:element>
    <xsd:element name="ProjectSize" ma:index="15" nillable="true" ma:displayName="Project Size" ma:format="Dropdown" ma:internalName="ProjectSize">
      <xsd:simpleType>
        <xsd:restriction base="dms:Choice">
          <xsd:enumeration value="Small"/>
          <xsd:enumeration value="Medium"/>
          <xsd:enumeration value="Large"/>
        </xsd:restriction>
      </xsd:simpleType>
    </xsd:element>
    <xsd:element name="TimelineStatus" ma:index="16" nillable="true" ma:displayName="Timeline Status" ma:default="On Track" ma:format="Dropdown" ma:internalName="TimelineStatus">
      <xsd:simpleType>
        <xsd:restriction base="dms:Choice">
          <xsd:enumeration value="On Track"/>
          <xsd:enumeration value="At Risk"/>
          <xsd:enumeration value="Delayed"/>
        </xsd:restriction>
      </xsd:simpleType>
    </xsd:element>
    <xsd:element name="Reviewed" ma:index="17" nillable="true" ma:displayName="Reviewed" ma:default="0" ma:internalName="Reviewe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38a71296-dfe7-4f64-a6a1-c1691144d90e" elementFormDefault="qualified">
    <xsd:import namespace="http://schemas.microsoft.com/office/2006/documentManagement/types"/>
    <xsd:import namespace="http://schemas.microsoft.com/office/infopath/2007/PartnerControls"/>
    <xsd:element name="PrimeClassificationStatus" ma:index="18" nillable="true" ma:displayName="Processing status" ma:internalName="PrimeClassificationStatus">
      <xsd:simpleType>
        <xsd:restriction base="dms:Text"/>
      </xsd:simpleType>
    </xsd:element>
    <xsd:element name="PrimeClassificationStatusDetails" ma:index="19" nillable="true" ma:displayName="Processing details" ma:internalName="PrimeClassificationStatusDetails">
      <xsd:simpleType>
        <xsd:restriction base="dms:Note">
          <xsd:maxLength value="255"/>
        </xsd:restriction>
      </xsd:simpleType>
    </xsd:element>
    <xsd:element name="PrimeLastClassified" ma:index="20" nillable="true" ma:displayName="Processed" ma:internalName="PrimeLastClassified">
      <xsd:simpleType>
        <xsd:restriction base="dms:DateTime"/>
      </xsd:simpleType>
    </xsd:element>
    <xsd:element name="PrimeCorrectedByUser" ma:index="21" nillable="true" ma:displayName="Corrected" ma:internalName="PrimeCorrectedByUser">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82E17DC-4937-48A0-89EA-B3BC29ACAC62}">
  <ds:schemaRefs>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994669F8-2951-4D2E-A122-FDB2C44C3BFD}">
  <ds:schemaRefs>
    <ds:schemaRef ds:uri="http://schemas.microsoft.com/sharepoint/v3/contenttype/forms"/>
  </ds:schemaRefs>
</ds:datastoreItem>
</file>

<file path=customXml/itemProps3.xml><?xml version="1.0" encoding="utf-8"?>
<ds:datastoreItem xmlns:ds="http://schemas.openxmlformats.org/officeDocument/2006/customXml" ds:itemID="{4EFD798D-3108-4A7B-ABD1-29EC2D44E83F}"/>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2747</Words>
  <Application>Microsoft Office PowerPoint</Application>
  <PresentationFormat>Widescreen</PresentationFormat>
  <Paragraphs>210</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Calisto MT</vt:lpstr>
      <vt:lpstr>Univers Condensed</vt:lpstr>
      <vt:lpstr>ChronicleVTI</vt:lpstr>
      <vt:lpstr>A100 Series Solar Panel Array</vt:lpstr>
      <vt:lpstr>Agenda</vt:lpstr>
      <vt:lpstr>Purpose and Scope</vt:lpstr>
      <vt:lpstr>Overview of the Document</vt:lpstr>
      <vt:lpstr>Panel Types</vt:lpstr>
      <vt:lpstr>Efficiency Metrics</vt:lpstr>
      <vt:lpstr>Site Assessment</vt:lpstr>
      <vt:lpstr>Mounting the Panels</vt:lpstr>
      <vt:lpstr>Electrical Connections</vt:lpstr>
      <vt:lpstr>Maintenance Tips</vt:lpstr>
      <vt:lpstr>Environmental Benefits</vt:lpstr>
      <vt:lpstr>Cost Savings Over Time</vt:lpstr>
      <vt:lpstr>Base Prices</vt:lpstr>
      <vt:lpstr>Average Pricing for a 1850 Square Foot Home</vt:lpstr>
      <vt:lpstr>Discounts and Incentives</vt:lpstr>
      <vt:lpstr>Comparison of Panel Types</vt:lpstr>
      <vt:lpstr>Diagrams for Clarity</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Vesa Juvonen</cp:lastModifiedBy>
  <cp:revision>6</cp:revision>
  <dcterms:created xsi:type="dcterms:W3CDTF">2024-10-30T16:51:57Z</dcterms:created>
  <dcterms:modified xsi:type="dcterms:W3CDTF">2024-11-28T13:38:27Z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0x0101002ADBDB89296ABC4CA97A3BE41CC45CB1</vt:lpwstr>
  </property>
</Properties>
</file>