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5" d="100"/>
          <a:sy n="85" d="100"/>
        </p:scale>
        <p:origin x="102" y="1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y Chapman (MECHANICS AND DEPLOYMENT)" userId="S::jchapman@microsoft.com::4bc43bf4-7905-4d6f-9008-356c9f215a59" providerId="AD" clId="Web-{ECEDC79E-50AF-E052-FFE1-66F7ACA394A2}"/>
    <pc:docChg chg="addSld delSld modSld addMainMaster delMainMaster">
      <pc:chgData name="Jeremy Chapman (MECHANICS AND DEPLOYMENT)" userId="S::jchapman@microsoft.com::4bc43bf4-7905-4d6f-9008-356c9f215a59" providerId="AD" clId="Web-{ECEDC79E-50AF-E052-FFE1-66F7ACA394A2}" dt="2024-10-30T17:00:58.202" v="1" actId="34807"/>
      <pc:docMkLst>
        <pc:docMk/>
      </pc:docMkLst>
      <pc:sldChg chg="del">
        <pc:chgData name="Jeremy Chapman (MECHANICS AND DEPLOYMENT)" userId="S::jchapman@microsoft.com::4bc43bf4-7905-4d6f-9008-356c9f215a59" providerId="AD" clId="Web-{ECEDC79E-50AF-E052-FFE1-66F7ACA394A2}" dt="2024-10-30T17:00:57.827" v="0" actId="34807"/>
        <pc:sldMkLst>
          <pc:docMk/>
          <pc:sldMk cId="109857222" sldId="256"/>
        </pc:sldMkLst>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2386078352" sldId="256"/>
        </pc:sldMkLst>
        <pc:spChg chg="mod ord">
          <ac:chgData name="Jeremy Chapman (MECHANICS AND DEPLOYMENT)" userId="S::jchapman@microsoft.com::4bc43bf4-7905-4d6f-9008-356c9f215a59" providerId="AD" clId="Web-{ECEDC79E-50AF-E052-FFE1-66F7ACA394A2}" dt="2024-10-30T17:00:58.202" v="1" actId="34807"/>
          <ac:spMkLst>
            <pc:docMk/>
            <pc:sldMk cId="2386078352" sldId="256"/>
            <ac:spMk id="2" creationId="{F8E849DB-96BC-A142-9E14-76ABCE7D5EA8}"/>
          </ac:spMkLst>
        </pc:spChg>
        <pc:spChg chg="mod">
          <ac:chgData name="Jeremy Chapman (MECHANICS AND DEPLOYMENT)" userId="S::jchapman@microsoft.com::4bc43bf4-7905-4d6f-9008-356c9f215a59" providerId="AD" clId="Web-{ECEDC79E-50AF-E052-FFE1-66F7ACA394A2}" dt="2024-10-30T17:00:58.202" v="1" actId="34807"/>
          <ac:spMkLst>
            <pc:docMk/>
            <pc:sldMk cId="2386078352" sldId="256"/>
            <ac:spMk id="3" creationId="{66AA0FA5-8C89-2ECF-355A-E90DD133DCD9}"/>
          </ac:spMkLst>
        </pc:spChg>
        <pc:spChg chg="add">
          <ac:chgData name="Jeremy Chapman (MECHANICS AND DEPLOYMENT)" userId="S::jchapman@microsoft.com::4bc43bf4-7905-4d6f-9008-356c9f215a59" providerId="AD" clId="Web-{ECEDC79E-50AF-E052-FFE1-66F7ACA394A2}" dt="2024-10-30T17:00:58.202" v="1" actId="34807"/>
          <ac:spMkLst>
            <pc:docMk/>
            <pc:sldMk cId="2386078352" sldId="256"/>
            <ac:spMk id="8" creationId="{3698ABF1-2D7A-4C8C-A41A-095741274679}"/>
          </ac:spMkLst>
        </pc:spChg>
        <pc:spChg chg="add">
          <ac:chgData name="Jeremy Chapman (MECHANICS AND DEPLOYMENT)" userId="S::jchapman@microsoft.com::4bc43bf4-7905-4d6f-9008-356c9f215a59" providerId="AD" clId="Web-{ECEDC79E-50AF-E052-FFE1-66F7ACA394A2}" dt="2024-10-30T17:00:58.202" v="1" actId="34807"/>
          <ac:spMkLst>
            <pc:docMk/>
            <pc:sldMk cId="2386078352" sldId="256"/>
            <ac:spMk id="10" creationId="{C5E160AE-3C66-4235-84C0-BD472DE6AC3E}"/>
          </ac:spMkLst>
        </pc:spChg>
        <pc:spChg chg="add">
          <ac:chgData name="Jeremy Chapman (MECHANICS AND DEPLOYMENT)" userId="S::jchapman@microsoft.com::4bc43bf4-7905-4d6f-9008-356c9f215a59" providerId="AD" clId="Web-{ECEDC79E-50AF-E052-FFE1-66F7ACA394A2}" dt="2024-10-30T17:00:58.202" v="1" actId="34807"/>
          <ac:spMkLst>
            <pc:docMk/>
            <pc:sldMk cId="2386078352" sldId="256"/>
            <ac:spMk id="12" creationId="{A39CC7EE-929B-4FA6-BA5A-86D02B792418}"/>
          </ac:spMkLst>
        </pc:spChg>
        <pc:spChg chg="add">
          <ac:chgData name="Jeremy Chapman (MECHANICS AND DEPLOYMENT)" userId="S::jchapman@microsoft.com::4bc43bf4-7905-4d6f-9008-356c9f215a59" providerId="AD" clId="Web-{ECEDC79E-50AF-E052-FFE1-66F7ACA394A2}" dt="2024-10-30T17:00:58.202" v="1" actId="34807"/>
          <ac:spMkLst>
            <pc:docMk/>
            <pc:sldMk cId="2386078352" sldId="256"/>
            <ac:spMk id="14" creationId="{94BB87F2-3BE0-433A-AD90-24CE82FBFE43}"/>
          </ac:spMkLst>
        </pc:spChg>
        <pc:spChg chg="add">
          <ac:chgData name="Jeremy Chapman (MECHANICS AND DEPLOYMENT)" userId="S::jchapman@microsoft.com::4bc43bf4-7905-4d6f-9008-356c9f215a59" providerId="AD" clId="Web-{ECEDC79E-50AF-E052-FFE1-66F7ACA394A2}" dt="2024-10-30T17:00:58.202" v="1" actId="34807"/>
          <ac:spMkLst>
            <pc:docMk/>
            <pc:sldMk cId="2386078352" sldId="256"/>
            <ac:spMk id="16" creationId="{366B6A15-54B2-4DFA-B2EF-ED937D8CC3E7}"/>
          </ac:spMkLst>
        </pc:spChg>
        <pc:spChg chg="add">
          <ac:chgData name="Jeremy Chapman (MECHANICS AND DEPLOYMENT)" userId="S::jchapman@microsoft.com::4bc43bf4-7905-4d6f-9008-356c9f215a59" providerId="AD" clId="Web-{ECEDC79E-50AF-E052-FFE1-66F7ACA394A2}" dt="2024-10-30T17:00:58.202" v="1" actId="34807"/>
          <ac:spMkLst>
            <pc:docMk/>
            <pc:sldMk cId="2386078352" sldId="256"/>
            <ac:spMk id="18" creationId="{A60DA6D8-1AE1-42F8-808F-E247404A4473}"/>
          </ac:spMkLst>
        </pc:sp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2140257934" sldId="257"/>
        </pc:sldMkLst>
        <pc:spChg chg="mod">
          <ac:chgData name="Jeremy Chapman (MECHANICS AND DEPLOYMENT)" userId="S::jchapman@microsoft.com::4bc43bf4-7905-4d6f-9008-356c9f215a59" providerId="AD" clId="Web-{ECEDC79E-50AF-E052-FFE1-66F7ACA394A2}" dt="2024-10-30T17:00:58.202" v="1" actId="34807"/>
          <ac:spMkLst>
            <pc:docMk/>
            <pc:sldMk cId="2140257934" sldId="257"/>
            <ac:spMk id="2" creationId="{EBEE32D1-1D4F-625C-E547-1FD8C12E08C0}"/>
          </ac:spMkLst>
        </pc:spChg>
        <pc:spChg chg="mod">
          <ac:chgData name="Jeremy Chapman (MECHANICS AND DEPLOYMENT)" userId="S::jchapman@microsoft.com::4bc43bf4-7905-4d6f-9008-356c9f215a59" providerId="AD" clId="Web-{ECEDC79E-50AF-E052-FFE1-66F7ACA394A2}" dt="2024-10-30T17:00:58.202" v="1" actId="34807"/>
          <ac:spMkLst>
            <pc:docMk/>
            <pc:sldMk cId="2140257934" sldId="257"/>
            <ac:spMk id="3" creationId="{F7067A6C-621F-96C4-5C00-5A61DC12F6E0}"/>
          </ac:spMkLst>
        </pc:spChg>
        <pc:spChg chg="add">
          <ac:chgData name="Jeremy Chapman (MECHANICS AND DEPLOYMENT)" userId="S::jchapman@microsoft.com::4bc43bf4-7905-4d6f-9008-356c9f215a59" providerId="AD" clId="Web-{ECEDC79E-50AF-E052-FFE1-66F7ACA394A2}" dt="2024-10-30T17:00:58.202" v="1" actId="34807"/>
          <ac:spMkLst>
            <pc:docMk/>
            <pc:sldMk cId="2140257934" sldId="257"/>
            <ac:spMk id="8" creationId="{45C5CC17-FF17-43CF-B073-D9051465D5CC}"/>
          </ac:spMkLst>
        </pc:spChg>
        <pc:spChg chg="add">
          <ac:chgData name="Jeremy Chapman (MECHANICS AND DEPLOYMENT)" userId="S::jchapman@microsoft.com::4bc43bf4-7905-4d6f-9008-356c9f215a59" providerId="AD" clId="Web-{ECEDC79E-50AF-E052-FFE1-66F7ACA394A2}" dt="2024-10-30T17:00:58.202" v="1" actId="34807"/>
          <ac:spMkLst>
            <pc:docMk/>
            <pc:sldMk cId="2140257934" sldId="257"/>
            <ac:spMk id="10" creationId="{1EBE2DDC-0D14-44E6-A1AB-2EEC09507435}"/>
          </ac:spMkLst>
        </pc:spChg>
        <pc:spChg chg="add">
          <ac:chgData name="Jeremy Chapman (MECHANICS AND DEPLOYMENT)" userId="S::jchapman@microsoft.com::4bc43bf4-7905-4d6f-9008-356c9f215a59" providerId="AD" clId="Web-{ECEDC79E-50AF-E052-FFE1-66F7ACA394A2}" dt="2024-10-30T17:00:58.202" v="1" actId="34807"/>
          <ac:spMkLst>
            <pc:docMk/>
            <pc:sldMk cId="2140257934" sldId="257"/>
            <ac:spMk id="12" creationId="{A8543D98-0AA2-43B4-B508-DC1DB7F3DC9A}"/>
          </ac:spMkLst>
        </pc:spChg>
        <pc:spChg chg="add">
          <ac:chgData name="Jeremy Chapman (MECHANICS AND DEPLOYMENT)" userId="S::jchapman@microsoft.com::4bc43bf4-7905-4d6f-9008-356c9f215a59" providerId="AD" clId="Web-{ECEDC79E-50AF-E052-FFE1-66F7ACA394A2}" dt="2024-10-30T17:00:58.202" v="1" actId="34807"/>
          <ac:spMkLst>
            <pc:docMk/>
            <pc:sldMk cId="2140257934" sldId="257"/>
            <ac:spMk id="14" creationId="{89723C1D-9A1A-465B-8164-483BF5426613}"/>
          </ac:spMkLst>
        </pc:spChg>
        <pc:spChg chg="add">
          <ac:chgData name="Jeremy Chapman (MECHANICS AND DEPLOYMENT)" userId="S::jchapman@microsoft.com::4bc43bf4-7905-4d6f-9008-356c9f215a59" providerId="AD" clId="Web-{ECEDC79E-50AF-E052-FFE1-66F7ACA394A2}" dt="2024-10-30T17:00:58.202" v="1" actId="34807"/>
          <ac:spMkLst>
            <pc:docMk/>
            <pc:sldMk cId="2140257934" sldId="257"/>
            <ac:spMk id="16" creationId="{A6680484-5F73-4078-85C2-415205B1A4C0}"/>
          </ac:spMkLst>
        </pc:sp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3148078739" sldId="258"/>
        </pc:sldMkLst>
        <pc:spChg chg="mod ord">
          <ac:chgData name="Jeremy Chapman (MECHANICS AND DEPLOYMENT)" userId="S::jchapman@microsoft.com::4bc43bf4-7905-4d6f-9008-356c9f215a59" providerId="AD" clId="Web-{ECEDC79E-50AF-E052-FFE1-66F7ACA394A2}" dt="2024-10-30T17:00:58.202" v="1" actId="34807"/>
          <ac:spMkLst>
            <pc:docMk/>
            <pc:sldMk cId="3148078739" sldId="258"/>
            <ac:spMk id="2" creationId="{78CBB856-E154-FAE2-6F57-D3FC895DCC49}"/>
          </ac:spMkLst>
        </pc:spChg>
        <pc:spChg chg="mod">
          <ac:chgData name="Jeremy Chapman (MECHANICS AND DEPLOYMENT)" userId="S::jchapman@microsoft.com::4bc43bf4-7905-4d6f-9008-356c9f215a59" providerId="AD" clId="Web-{ECEDC79E-50AF-E052-FFE1-66F7ACA394A2}" dt="2024-10-30T17:00:58.202" v="1" actId="34807"/>
          <ac:spMkLst>
            <pc:docMk/>
            <pc:sldMk cId="3148078739" sldId="258"/>
            <ac:spMk id="4" creationId="{1858399F-E160-E098-3A2A-20F26527AACA}"/>
          </ac:spMkLst>
        </pc:spChg>
        <pc:spChg chg="add">
          <ac:chgData name="Jeremy Chapman (MECHANICS AND DEPLOYMENT)" userId="S::jchapman@microsoft.com::4bc43bf4-7905-4d6f-9008-356c9f215a59" providerId="AD" clId="Web-{ECEDC79E-50AF-E052-FFE1-66F7ACA394A2}" dt="2024-10-30T17:00:58.202" v="1" actId="34807"/>
          <ac:spMkLst>
            <pc:docMk/>
            <pc:sldMk cId="3148078739" sldId="258"/>
            <ac:spMk id="10" creationId="{BD4C0BBB-0042-4603-A226-6117F3FD5B3C}"/>
          </ac:spMkLst>
        </pc:spChg>
        <pc:spChg chg="add">
          <ac:chgData name="Jeremy Chapman (MECHANICS AND DEPLOYMENT)" userId="S::jchapman@microsoft.com::4bc43bf4-7905-4d6f-9008-356c9f215a59" providerId="AD" clId="Web-{ECEDC79E-50AF-E052-FFE1-66F7ACA394A2}" dt="2024-10-30T17:00:58.202" v="1" actId="34807"/>
          <ac:spMkLst>
            <pc:docMk/>
            <pc:sldMk cId="3148078739" sldId="258"/>
            <ac:spMk id="12" creationId="{EC44F520-2598-460E-9F91-B02F60830CA2}"/>
          </ac:spMkLst>
        </pc:spChg>
        <pc:spChg chg="add">
          <ac:chgData name="Jeremy Chapman (MECHANICS AND DEPLOYMENT)" userId="S::jchapman@microsoft.com::4bc43bf4-7905-4d6f-9008-356c9f215a59" providerId="AD" clId="Web-{ECEDC79E-50AF-E052-FFE1-66F7ACA394A2}" dt="2024-10-30T17:00:58.202" v="1" actId="34807"/>
          <ac:spMkLst>
            <pc:docMk/>
            <pc:sldMk cId="3148078739" sldId="258"/>
            <ac:spMk id="14" creationId="{6ACA6F80-D392-A64E-3CF8-F28F1CCEE67B}"/>
          </ac:spMkLst>
        </pc:spChg>
        <pc:spChg chg="add">
          <ac:chgData name="Jeremy Chapman (MECHANICS AND DEPLOYMENT)" userId="S::jchapman@microsoft.com::4bc43bf4-7905-4d6f-9008-356c9f215a59" providerId="AD" clId="Web-{ECEDC79E-50AF-E052-FFE1-66F7ACA394A2}" dt="2024-10-30T17:00:58.202" v="1" actId="34807"/>
          <ac:spMkLst>
            <pc:docMk/>
            <pc:sldMk cId="3148078739" sldId="258"/>
            <ac:spMk id="16" creationId="{81097DDE-1D45-40A7-9F85-72AD9472A02D}"/>
          </ac:spMkLst>
        </pc:spChg>
        <pc:spChg chg="add">
          <ac:chgData name="Jeremy Chapman (MECHANICS AND DEPLOYMENT)" userId="S::jchapman@microsoft.com::4bc43bf4-7905-4d6f-9008-356c9f215a59" providerId="AD" clId="Web-{ECEDC79E-50AF-E052-FFE1-66F7ACA394A2}" dt="2024-10-30T17:00:58.202" v="1" actId="34807"/>
          <ac:spMkLst>
            <pc:docMk/>
            <pc:sldMk cId="3148078739" sldId="258"/>
            <ac:spMk id="18" creationId="{415C4FE2-5362-FB30-4461-17307BE10C9C}"/>
          </ac:spMkLst>
        </pc:spChg>
        <pc:picChg chg="mod">
          <ac:chgData name="Jeremy Chapman (MECHANICS AND DEPLOYMENT)" userId="S::jchapman@microsoft.com::4bc43bf4-7905-4d6f-9008-356c9f215a59" providerId="AD" clId="Web-{ECEDC79E-50AF-E052-FFE1-66F7ACA394A2}" dt="2024-10-30T17:00:58.202" v="1" actId="34807"/>
          <ac:picMkLst>
            <pc:docMk/>
            <pc:sldMk cId="3148078739" sldId="258"/>
            <ac:picMk id="5" creationId="{DB7A6CB0-E521-42C1-B8AF-E9198C4377CB}"/>
          </ac:picMkLst>
        </pc:pic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4070323308" sldId="259"/>
        </pc:sldMkLst>
        <pc:spChg chg="mod">
          <ac:chgData name="Jeremy Chapman (MECHANICS AND DEPLOYMENT)" userId="S::jchapman@microsoft.com::4bc43bf4-7905-4d6f-9008-356c9f215a59" providerId="AD" clId="Web-{ECEDC79E-50AF-E052-FFE1-66F7ACA394A2}" dt="2024-10-30T17:00:58.202" v="1" actId="34807"/>
          <ac:spMkLst>
            <pc:docMk/>
            <pc:sldMk cId="4070323308" sldId="259"/>
            <ac:spMk id="2" creationId="{EA9E9909-EF01-FB87-4322-AF5C9253F50B}"/>
          </ac:spMkLst>
        </pc:spChg>
        <pc:spChg chg="mod">
          <ac:chgData name="Jeremy Chapman (MECHANICS AND DEPLOYMENT)" userId="S::jchapman@microsoft.com::4bc43bf4-7905-4d6f-9008-356c9f215a59" providerId="AD" clId="Web-{ECEDC79E-50AF-E052-FFE1-66F7ACA394A2}" dt="2024-10-30T17:00:58.202" v="1" actId="34807"/>
          <ac:spMkLst>
            <pc:docMk/>
            <pc:sldMk cId="4070323308" sldId="259"/>
            <ac:spMk id="3" creationId="{04B3F917-0909-42B7-D19F-4064679AA673}"/>
          </ac:spMkLst>
        </pc:spChg>
        <pc:spChg chg="add">
          <ac:chgData name="Jeremy Chapman (MECHANICS AND DEPLOYMENT)" userId="S::jchapman@microsoft.com::4bc43bf4-7905-4d6f-9008-356c9f215a59" providerId="AD" clId="Web-{ECEDC79E-50AF-E052-FFE1-66F7ACA394A2}" dt="2024-10-30T17:00:58.202" v="1" actId="34807"/>
          <ac:spMkLst>
            <pc:docMk/>
            <pc:sldMk cId="4070323308" sldId="259"/>
            <ac:spMk id="8" creationId="{45C5CC17-FF17-43CF-B073-D9051465D5CC}"/>
          </ac:spMkLst>
        </pc:spChg>
        <pc:spChg chg="add">
          <ac:chgData name="Jeremy Chapman (MECHANICS AND DEPLOYMENT)" userId="S::jchapman@microsoft.com::4bc43bf4-7905-4d6f-9008-356c9f215a59" providerId="AD" clId="Web-{ECEDC79E-50AF-E052-FFE1-66F7ACA394A2}" dt="2024-10-30T17:00:58.202" v="1" actId="34807"/>
          <ac:spMkLst>
            <pc:docMk/>
            <pc:sldMk cId="4070323308" sldId="259"/>
            <ac:spMk id="10" creationId="{1EBE2DDC-0D14-44E6-A1AB-2EEC09507435}"/>
          </ac:spMkLst>
        </pc:spChg>
        <pc:spChg chg="add">
          <ac:chgData name="Jeremy Chapman (MECHANICS AND DEPLOYMENT)" userId="S::jchapman@microsoft.com::4bc43bf4-7905-4d6f-9008-356c9f215a59" providerId="AD" clId="Web-{ECEDC79E-50AF-E052-FFE1-66F7ACA394A2}" dt="2024-10-30T17:00:58.202" v="1" actId="34807"/>
          <ac:spMkLst>
            <pc:docMk/>
            <pc:sldMk cId="4070323308" sldId="259"/>
            <ac:spMk id="12" creationId="{A8543D98-0AA2-43B4-B508-DC1DB7F3DC9A}"/>
          </ac:spMkLst>
        </pc:spChg>
        <pc:spChg chg="add">
          <ac:chgData name="Jeremy Chapman (MECHANICS AND DEPLOYMENT)" userId="S::jchapman@microsoft.com::4bc43bf4-7905-4d6f-9008-356c9f215a59" providerId="AD" clId="Web-{ECEDC79E-50AF-E052-FFE1-66F7ACA394A2}" dt="2024-10-30T17:00:58.202" v="1" actId="34807"/>
          <ac:spMkLst>
            <pc:docMk/>
            <pc:sldMk cId="4070323308" sldId="259"/>
            <ac:spMk id="14" creationId="{89723C1D-9A1A-465B-8164-483BF5426613}"/>
          </ac:spMkLst>
        </pc:spChg>
        <pc:spChg chg="add">
          <ac:chgData name="Jeremy Chapman (MECHANICS AND DEPLOYMENT)" userId="S::jchapman@microsoft.com::4bc43bf4-7905-4d6f-9008-356c9f215a59" providerId="AD" clId="Web-{ECEDC79E-50AF-E052-FFE1-66F7ACA394A2}" dt="2024-10-30T17:00:58.202" v="1" actId="34807"/>
          <ac:spMkLst>
            <pc:docMk/>
            <pc:sldMk cId="4070323308" sldId="259"/>
            <ac:spMk id="16" creationId="{A6680484-5F73-4078-85C2-415205B1A4C0}"/>
          </ac:spMkLst>
        </pc:sp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1670306388" sldId="260"/>
        </pc:sldMkLst>
        <pc:spChg chg="mod">
          <ac:chgData name="Jeremy Chapman (MECHANICS AND DEPLOYMENT)" userId="S::jchapman@microsoft.com::4bc43bf4-7905-4d6f-9008-356c9f215a59" providerId="AD" clId="Web-{ECEDC79E-50AF-E052-FFE1-66F7ACA394A2}" dt="2024-10-30T17:00:58.202" v="1" actId="34807"/>
          <ac:spMkLst>
            <pc:docMk/>
            <pc:sldMk cId="1670306388" sldId="260"/>
            <ac:spMk id="2" creationId="{B5441A2B-FF7E-FF80-7DFD-7D71E9E76A33}"/>
          </ac:spMkLst>
        </pc:spChg>
        <pc:spChg chg="mod">
          <ac:chgData name="Jeremy Chapman (MECHANICS AND DEPLOYMENT)" userId="S::jchapman@microsoft.com::4bc43bf4-7905-4d6f-9008-356c9f215a59" providerId="AD" clId="Web-{ECEDC79E-50AF-E052-FFE1-66F7ACA394A2}" dt="2024-10-30T17:00:58.202" v="1" actId="34807"/>
          <ac:spMkLst>
            <pc:docMk/>
            <pc:sldMk cId="1670306388" sldId="260"/>
            <ac:spMk id="3" creationId="{95F82071-609F-AC2D-6567-FF9F04106717}"/>
          </ac:spMkLst>
        </pc:spChg>
        <pc:spChg chg="add">
          <ac:chgData name="Jeremy Chapman (MECHANICS AND DEPLOYMENT)" userId="S::jchapman@microsoft.com::4bc43bf4-7905-4d6f-9008-356c9f215a59" providerId="AD" clId="Web-{ECEDC79E-50AF-E052-FFE1-66F7ACA394A2}" dt="2024-10-30T17:00:58.202" v="1" actId="34807"/>
          <ac:spMkLst>
            <pc:docMk/>
            <pc:sldMk cId="1670306388" sldId="260"/>
            <ac:spMk id="8" creationId="{45C5CC17-FF17-43CF-B073-D9051465D5CC}"/>
          </ac:spMkLst>
        </pc:spChg>
        <pc:spChg chg="add">
          <ac:chgData name="Jeremy Chapman (MECHANICS AND DEPLOYMENT)" userId="S::jchapman@microsoft.com::4bc43bf4-7905-4d6f-9008-356c9f215a59" providerId="AD" clId="Web-{ECEDC79E-50AF-E052-FFE1-66F7ACA394A2}" dt="2024-10-30T17:00:58.202" v="1" actId="34807"/>
          <ac:spMkLst>
            <pc:docMk/>
            <pc:sldMk cId="1670306388" sldId="260"/>
            <ac:spMk id="10" creationId="{1EBE2DDC-0D14-44E6-A1AB-2EEC09507435}"/>
          </ac:spMkLst>
        </pc:spChg>
        <pc:spChg chg="add">
          <ac:chgData name="Jeremy Chapman (MECHANICS AND DEPLOYMENT)" userId="S::jchapman@microsoft.com::4bc43bf4-7905-4d6f-9008-356c9f215a59" providerId="AD" clId="Web-{ECEDC79E-50AF-E052-FFE1-66F7ACA394A2}" dt="2024-10-30T17:00:58.202" v="1" actId="34807"/>
          <ac:spMkLst>
            <pc:docMk/>
            <pc:sldMk cId="1670306388" sldId="260"/>
            <ac:spMk id="12" creationId="{A8543D98-0AA2-43B4-B508-DC1DB7F3DC9A}"/>
          </ac:spMkLst>
        </pc:spChg>
        <pc:spChg chg="add">
          <ac:chgData name="Jeremy Chapman (MECHANICS AND DEPLOYMENT)" userId="S::jchapman@microsoft.com::4bc43bf4-7905-4d6f-9008-356c9f215a59" providerId="AD" clId="Web-{ECEDC79E-50AF-E052-FFE1-66F7ACA394A2}" dt="2024-10-30T17:00:58.202" v="1" actId="34807"/>
          <ac:spMkLst>
            <pc:docMk/>
            <pc:sldMk cId="1670306388" sldId="260"/>
            <ac:spMk id="14" creationId="{89723C1D-9A1A-465B-8164-483BF5426613}"/>
          </ac:spMkLst>
        </pc:spChg>
        <pc:spChg chg="add">
          <ac:chgData name="Jeremy Chapman (MECHANICS AND DEPLOYMENT)" userId="S::jchapman@microsoft.com::4bc43bf4-7905-4d6f-9008-356c9f215a59" providerId="AD" clId="Web-{ECEDC79E-50AF-E052-FFE1-66F7ACA394A2}" dt="2024-10-30T17:00:58.202" v="1" actId="34807"/>
          <ac:spMkLst>
            <pc:docMk/>
            <pc:sldMk cId="1670306388" sldId="260"/>
            <ac:spMk id="16" creationId="{A6680484-5F73-4078-85C2-415205B1A4C0}"/>
          </ac:spMkLst>
        </pc:sp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1983428045" sldId="261"/>
        </pc:sldMkLst>
        <pc:spChg chg="mod">
          <ac:chgData name="Jeremy Chapman (MECHANICS AND DEPLOYMENT)" userId="S::jchapman@microsoft.com::4bc43bf4-7905-4d6f-9008-356c9f215a59" providerId="AD" clId="Web-{ECEDC79E-50AF-E052-FFE1-66F7ACA394A2}" dt="2024-10-30T17:00:58.202" v="1" actId="34807"/>
          <ac:spMkLst>
            <pc:docMk/>
            <pc:sldMk cId="1983428045" sldId="261"/>
            <ac:spMk id="2" creationId="{91C14385-8C17-70DE-1574-F557BD9AB46A}"/>
          </ac:spMkLst>
        </pc:spChg>
        <pc:spChg chg="mod">
          <ac:chgData name="Jeremy Chapman (MECHANICS AND DEPLOYMENT)" userId="S::jchapman@microsoft.com::4bc43bf4-7905-4d6f-9008-356c9f215a59" providerId="AD" clId="Web-{ECEDC79E-50AF-E052-FFE1-66F7ACA394A2}" dt="2024-10-30T17:00:58.202" v="1" actId="34807"/>
          <ac:spMkLst>
            <pc:docMk/>
            <pc:sldMk cId="1983428045" sldId="261"/>
            <ac:spMk id="4" creationId="{059AD961-FAA0-CB4A-1626-836B2D3BBB4D}"/>
          </ac:spMkLst>
        </pc:spChg>
        <pc:spChg chg="add">
          <ac:chgData name="Jeremy Chapman (MECHANICS AND DEPLOYMENT)" userId="S::jchapman@microsoft.com::4bc43bf4-7905-4d6f-9008-356c9f215a59" providerId="AD" clId="Web-{ECEDC79E-50AF-E052-FFE1-66F7ACA394A2}" dt="2024-10-30T17:00:58.202" v="1" actId="34807"/>
          <ac:spMkLst>
            <pc:docMk/>
            <pc:sldMk cId="1983428045" sldId="261"/>
            <ac:spMk id="10" creationId="{BD4C0BBB-0042-4603-A226-6117F3FD5B3C}"/>
          </ac:spMkLst>
        </pc:spChg>
        <pc:spChg chg="add">
          <ac:chgData name="Jeremy Chapman (MECHANICS AND DEPLOYMENT)" userId="S::jchapman@microsoft.com::4bc43bf4-7905-4d6f-9008-356c9f215a59" providerId="AD" clId="Web-{ECEDC79E-50AF-E052-FFE1-66F7ACA394A2}" dt="2024-10-30T17:00:58.202" v="1" actId="34807"/>
          <ac:spMkLst>
            <pc:docMk/>
            <pc:sldMk cId="1983428045" sldId="261"/>
            <ac:spMk id="12" creationId="{EC44F520-2598-460E-9F91-B02F60830CA2}"/>
          </ac:spMkLst>
        </pc:spChg>
        <pc:spChg chg="add">
          <ac:chgData name="Jeremy Chapman (MECHANICS AND DEPLOYMENT)" userId="S::jchapman@microsoft.com::4bc43bf4-7905-4d6f-9008-356c9f215a59" providerId="AD" clId="Web-{ECEDC79E-50AF-E052-FFE1-66F7ACA394A2}" dt="2024-10-30T17:00:58.202" v="1" actId="34807"/>
          <ac:spMkLst>
            <pc:docMk/>
            <pc:sldMk cId="1983428045" sldId="261"/>
            <ac:spMk id="14" creationId="{979E27D9-03C7-44E2-9FF8-15D0C8506AF7}"/>
          </ac:spMkLst>
        </pc:spChg>
        <pc:spChg chg="add">
          <ac:chgData name="Jeremy Chapman (MECHANICS AND DEPLOYMENT)" userId="S::jchapman@microsoft.com::4bc43bf4-7905-4d6f-9008-356c9f215a59" providerId="AD" clId="Web-{ECEDC79E-50AF-E052-FFE1-66F7ACA394A2}" dt="2024-10-30T17:00:58.202" v="1" actId="34807"/>
          <ac:spMkLst>
            <pc:docMk/>
            <pc:sldMk cId="1983428045" sldId="261"/>
            <ac:spMk id="16" creationId="{EEBF1590-3B36-48EE-A89D-3B6F3CB256AB}"/>
          </ac:spMkLst>
        </pc:spChg>
        <pc:spChg chg="add">
          <ac:chgData name="Jeremy Chapman (MECHANICS AND DEPLOYMENT)" userId="S::jchapman@microsoft.com::4bc43bf4-7905-4d6f-9008-356c9f215a59" providerId="AD" clId="Web-{ECEDC79E-50AF-E052-FFE1-66F7ACA394A2}" dt="2024-10-30T17:00:58.202" v="1" actId="34807"/>
          <ac:spMkLst>
            <pc:docMk/>
            <pc:sldMk cId="1983428045" sldId="261"/>
            <ac:spMk id="18" creationId="{AC8F6C8C-AB5A-4548-942D-E3FD40ACBC49}"/>
          </ac:spMkLst>
        </pc:spChg>
        <pc:picChg chg="mod ord">
          <ac:chgData name="Jeremy Chapman (MECHANICS AND DEPLOYMENT)" userId="S::jchapman@microsoft.com::4bc43bf4-7905-4d6f-9008-356c9f215a59" providerId="AD" clId="Web-{ECEDC79E-50AF-E052-FFE1-66F7ACA394A2}" dt="2024-10-30T17:00:58.202" v="1" actId="34807"/>
          <ac:picMkLst>
            <pc:docMk/>
            <pc:sldMk cId="1983428045" sldId="261"/>
            <ac:picMk id="5" creationId="{1E1328B8-4A46-4502-A540-DCC99EAE7EB3}"/>
          </ac:picMkLst>
        </pc:pic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3802080237" sldId="262"/>
        </pc:sldMkLst>
        <pc:spChg chg="mod">
          <ac:chgData name="Jeremy Chapman (MECHANICS AND DEPLOYMENT)" userId="S::jchapman@microsoft.com::4bc43bf4-7905-4d6f-9008-356c9f215a59" providerId="AD" clId="Web-{ECEDC79E-50AF-E052-FFE1-66F7ACA394A2}" dt="2024-10-30T17:00:58.202" v="1" actId="34807"/>
          <ac:spMkLst>
            <pc:docMk/>
            <pc:sldMk cId="3802080237" sldId="262"/>
            <ac:spMk id="2" creationId="{611E9301-A7D6-B615-DDAC-B284379B9ED6}"/>
          </ac:spMkLst>
        </pc:spChg>
        <pc:spChg chg="mod">
          <ac:chgData name="Jeremy Chapman (MECHANICS AND DEPLOYMENT)" userId="S::jchapman@microsoft.com::4bc43bf4-7905-4d6f-9008-356c9f215a59" providerId="AD" clId="Web-{ECEDC79E-50AF-E052-FFE1-66F7ACA394A2}" dt="2024-10-30T17:00:58.202" v="1" actId="34807"/>
          <ac:spMkLst>
            <pc:docMk/>
            <pc:sldMk cId="3802080237" sldId="262"/>
            <ac:spMk id="4" creationId="{155CB43F-9AC4-CEB1-C867-973D21D2E309}"/>
          </ac:spMkLst>
        </pc:spChg>
        <pc:spChg chg="add">
          <ac:chgData name="Jeremy Chapman (MECHANICS AND DEPLOYMENT)" userId="S::jchapman@microsoft.com::4bc43bf4-7905-4d6f-9008-356c9f215a59" providerId="AD" clId="Web-{ECEDC79E-50AF-E052-FFE1-66F7ACA394A2}" dt="2024-10-30T17:00:58.202" v="1" actId="34807"/>
          <ac:spMkLst>
            <pc:docMk/>
            <pc:sldMk cId="3802080237" sldId="262"/>
            <ac:spMk id="10" creationId="{BD4C0BBB-0042-4603-A226-6117F3FD5B3C}"/>
          </ac:spMkLst>
        </pc:spChg>
        <pc:spChg chg="add">
          <ac:chgData name="Jeremy Chapman (MECHANICS AND DEPLOYMENT)" userId="S::jchapman@microsoft.com::4bc43bf4-7905-4d6f-9008-356c9f215a59" providerId="AD" clId="Web-{ECEDC79E-50AF-E052-FFE1-66F7ACA394A2}" dt="2024-10-30T17:00:58.202" v="1" actId="34807"/>
          <ac:spMkLst>
            <pc:docMk/>
            <pc:sldMk cId="3802080237" sldId="262"/>
            <ac:spMk id="12" creationId="{EC44F520-2598-460E-9F91-B02F60830CA2}"/>
          </ac:spMkLst>
        </pc:spChg>
        <pc:spChg chg="add">
          <ac:chgData name="Jeremy Chapman (MECHANICS AND DEPLOYMENT)" userId="S::jchapman@microsoft.com::4bc43bf4-7905-4d6f-9008-356c9f215a59" providerId="AD" clId="Web-{ECEDC79E-50AF-E052-FFE1-66F7ACA394A2}" dt="2024-10-30T17:00:58.202" v="1" actId="34807"/>
          <ac:spMkLst>
            <pc:docMk/>
            <pc:sldMk cId="3802080237" sldId="262"/>
            <ac:spMk id="14" creationId="{11D6A2A3-F101-46F7-8B6F-1C699CAFE9AD}"/>
          </ac:spMkLst>
        </pc:spChg>
        <pc:spChg chg="add">
          <ac:chgData name="Jeremy Chapman (MECHANICS AND DEPLOYMENT)" userId="S::jchapman@microsoft.com::4bc43bf4-7905-4d6f-9008-356c9f215a59" providerId="AD" clId="Web-{ECEDC79E-50AF-E052-FFE1-66F7ACA394A2}" dt="2024-10-30T17:00:58.202" v="1" actId="34807"/>
          <ac:spMkLst>
            <pc:docMk/>
            <pc:sldMk cId="3802080237" sldId="262"/>
            <ac:spMk id="16" creationId="{529E760E-527D-4053-A309-F2BDE12501CD}"/>
          </ac:spMkLst>
        </pc:spChg>
        <pc:spChg chg="add">
          <ac:chgData name="Jeremy Chapman (MECHANICS AND DEPLOYMENT)" userId="S::jchapman@microsoft.com::4bc43bf4-7905-4d6f-9008-356c9f215a59" providerId="AD" clId="Web-{ECEDC79E-50AF-E052-FFE1-66F7ACA394A2}" dt="2024-10-30T17:00:58.202" v="1" actId="34807"/>
          <ac:spMkLst>
            <pc:docMk/>
            <pc:sldMk cId="3802080237" sldId="262"/>
            <ac:spMk id="18" creationId="{4153D448-4ED1-429A-A28C-8316DE7CAF7E}"/>
          </ac:spMkLst>
        </pc:spChg>
        <pc:picChg chg="mod ord">
          <ac:chgData name="Jeremy Chapman (MECHANICS AND DEPLOYMENT)" userId="S::jchapman@microsoft.com::4bc43bf4-7905-4d6f-9008-356c9f215a59" providerId="AD" clId="Web-{ECEDC79E-50AF-E052-FFE1-66F7ACA394A2}" dt="2024-10-30T17:00:58.202" v="1" actId="34807"/>
          <ac:picMkLst>
            <pc:docMk/>
            <pc:sldMk cId="3802080237" sldId="262"/>
            <ac:picMk id="5" creationId="{F04F43C4-B48E-4B87-A505-18B03F1CB446}"/>
          </ac:picMkLst>
        </pc:pic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202178353" sldId="263"/>
        </pc:sldMkLst>
        <pc:spChg chg="mod">
          <ac:chgData name="Jeremy Chapman (MECHANICS AND DEPLOYMENT)" userId="S::jchapman@microsoft.com::4bc43bf4-7905-4d6f-9008-356c9f215a59" providerId="AD" clId="Web-{ECEDC79E-50AF-E052-FFE1-66F7ACA394A2}" dt="2024-10-30T17:00:58.202" v="1" actId="34807"/>
          <ac:spMkLst>
            <pc:docMk/>
            <pc:sldMk cId="202178353" sldId="263"/>
            <ac:spMk id="2" creationId="{D17D3C41-48A9-3299-D026-0A6CD6FC6190}"/>
          </ac:spMkLst>
        </pc:spChg>
        <pc:spChg chg="mod">
          <ac:chgData name="Jeremy Chapman (MECHANICS AND DEPLOYMENT)" userId="S::jchapman@microsoft.com::4bc43bf4-7905-4d6f-9008-356c9f215a59" providerId="AD" clId="Web-{ECEDC79E-50AF-E052-FFE1-66F7ACA394A2}" dt="2024-10-30T17:00:58.202" v="1" actId="34807"/>
          <ac:spMkLst>
            <pc:docMk/>
            <pc:sldMk cId="202178353" sldId="263"/>
            <ac:spMk id="3" creationId="{332D3B64-F023-268C-F493-714ED9058923}"/>
          </ac:spMkLst>
        </pc:spChg>
        <pc:spChg chg="add">
          <ac:chgData name="Jeremy Chapman (MECHANICS AND DEPLOYMENT)" userId="S::jchapman@microsoft.com::4bc43bf4-7905-4d6f-9008-356c9f215a59" providerId="AD" clId="Web-{ECEDC79E-50AF-E052-FFE1-66F7ACA394A2}" dt="2024-10-30T17:00:58.202" v="1" actId="34807"/>
          <ac:spMkLst>
            <pc:docMk/>
            <pc:sldMk cId="202178353" sldId="263"/>
            <ac:spMk id="8" creationId="{45C5CC17-FF17-43CF-B073-D9051465D5CC}"/>
          </ac:spMkLst>
        </pc:spChg>
        <pc:spChg chg="add">
          <ac:chgData name="Jeremy Chapman (MECHANICS AND DEPLOYMENT)" userId="S::jchapman@microsoft.com::4bc43bf4-7905-4d6f-9008-356c9f215a59" providerId="AD" clId="Web-{ECEDC79E-50AF-E052-FFE1-66F7ACA394A2}" dt="2024-10-30T17:00:58.202" v="1" actId="34807"/>
          <ac:spMkLst>
            <pc:docMk/>
            <pc:sldMk cId="202178353" sldId="263"/>
            <ac:spMk id="10" creationId="{1EBE2DDC-0D14-44E6-A1AB-2EEC09507435}"/>
          </ac:spMkLst>
        </pc:spChg>
        <pc:spChg chg="add">
          <ac:chgData name="Jeremy Chapman (MECHANICS AND DEPLOYMENT)" userId="S::jchapman@microsoft.com::4bc43bf4-7905-4d6f-9008-356c9f215a59" providerId="AD" clId="Web-{ECEDC79E-50AF-E052-FFE1-66F7ACA394A2}" dt="2024-10-30T17:00:58.202" v="1" actId="34807"/>
          <ac:spMkLst>
            <pc:docMk/>
            <pc:sldMk cId="202178353" sldId="263"/>
            <ac:spMk id="12" creationId="{A8543D98-0AA2-43B4-B508-DC1DB7F3DC9A}"/>
          </ac:spMkLst>
        </pc:spChg>
        <pc:spChg chg="add">
          <ac:chgData name="Jeremy Chapman (MECHANICS AND DEPLOYMENT)" userId="S::jchapman@microsoft.com::4bc43bf4-7905-4d6f-9008-356c9f215a59" providerId="AD" clId="Web-{ECEDC79E-50AF-E052-FFE1-66F7ACA394A2}" dt="2024-10-30T17:00:58.202" v="1" actId="34807"/>
          <ac:spMkLst>
            <pc:docMk/>
            <pc:sldMk cId="202178353" sldId="263"/>
            <ac:spMk id="14" creationId="{89723C1D-9A1A-465B-8164-483BF5426613}"/>
          </ac:spMkLst>
        </pc:spChg>
        <pc:spChg chg="add">
          <ac:chgData name="Jeremy Chapman (MECHANICS AND DEPLOYMENT)" userId="S::jchapman@microsoft.com::4bc43bf4-7905-4d6f-9008-356c9f215a59" providerId="AD" clId="Web-{ECEDC79E-50AF-E052-FFE1-66F7ACA394A2}" dt="2024-10-30T17:00:58.202" v="1" actId="34807"/>
          <ac:spMkLst>
            <pc:docMk/>
            <pc:sldMk cId="202178353" sldId="263"/>
            <ac:spMk id="16" creationId="{A6680484-5F73-4078-85C2-415205B1A4C0}"/>
          </ac:spMkLst>
        </pc:sp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2311632078" sldId="264"/>
        </pc:sldMkLst>
        <pc:spChg chg="mod">
          <ac:chgData name="Jeremy Chapman (MECHANICS AND DEPLOYMENT)" userId="S::jchapman@microsoft.com::4bc43bf4-7905-4d6f-9008-356c9f215a59" providerId="AD" clId="Web-{ECEDC79E-50AF-E052-FFE1-66F7ACA394A2}" dt="2024-10-30T17:00:58.202" v="1" actId="34807"/>
          <ac:spMkLst>
            <pc:docMk/>
            <pc:sldMk cId="2311632078" sldId="264"/>
            <ac:spMk id="2" creationId="{9C774F6B-461A-B3F8-4AF8-728BDA6C3796}"/>
          </ac:spMkLst>
        </pc:spChg>
        <pc:spChg chg="mod">
          <ac:chgData name="Jeremy Chapman (MECHANICS AND DEPLOYMENT)" userId="S::jchapman@microsoft.com::4bc43bf4-7905-4d6f-9008-356c9f215a59" providerId="AD" clId="Web-{ECEDC79E-50AF-E052-FFE1-66F7ACA394A2}" dt="2024-10-30T17:00:58.202" v="1" actId="34807"/>
          <ac:spMkLst>
            <pc:docMk/>
            <pc:sldMk cId="2311632078" sldId="264"/>
            <ac:spMk id="4" creationId="{DDDF476E-9B54-F8B4-5E0C-D4FEBB0A55B0}"/>
          </ac:spMkLst>
        </pc:spChg>
        <pc:spChg chg="add">
          <ac:chgData name="Jeremy Chapman (MECHANICS AND DEPLOYMENT)" userId="S::jchapman@microsoft.com::4bc43bf4-7905-4d6f-9008-356c9f215a59" providerId="AD" clId="Web-{ECEDC79E-50AF-E052-FFE1-66F7ACA394A2}" dt="2024-10-30T17:00:58.202" v="1" actId="34807"/>
          <ac:spMkLst>
            <pc:docMk/>
            <pc:sldMk cId="2311632078" sldId="264"/>
            <ac:spMk id="10" creationId="{BD4C0BBB-0042-4603-A226-6117F3FD5B3C}"/>
          </ac:spMkLst>
        </pc:spChg>
        <pc:spChg chg="add">
          <ac:chgData name="Jeremy Chapman (MECHANICS AND DEPLOYMENT)" userId="S::jchapman@microsoft.com::4bc43bf4-7905-4d6f-9008-356c9f215a59" providerId="AD" clId="Web-{ECEDC79E-50AF-E052-FFE1-66F7ACA394A2}" dt="2024-10-30T17:00:58.202" v="1" actId="34807"/>
          <ac:spMkLst>
            <pc:docMk/>
            <pc:sldMk cId="2311632078" sldId="264"/>
            <ac:spMk id="12" creationId="{EC44F520-2598-460E-9F91-B02F60830CA2}"/>
          </ac:spMkLst>
        </pc:spChg>
        <pc:spChg chg="add">
          <ac:chgData name="Jeremy Chapman (MECHANICS AND DEPLOYMENT)" userId="S::jchapman@microsoft.com::4bc43bf4-7905-4d6f-9008-356c9f215a59" providerId="AD" clId="Web-{ECEDC79E-50AF-E052-FFE1-66F7ACA394A2}" dt="2024-10-30T17:00:58.202" v="1" actId="34807"/>
          <ac:spMkLst>
            <pc:docMk/>
            <pc:sldMk cId="2311632078" sldId="264"/>
            <ac:spMk id="14" creationId="{1B15ED52-F352-441B-82BF-E0EA34836D08}"/>
          </ac:spMkLst>
        </pc:spChg>
        <pc:spChg chg="add">
          <ac:chgData name="Jeremy Chapman (MECHANICS AND DEPLOYMENT)" userId="S::jchapman@microsoft.com::4bc43bf4-7905-4d6f-9008-356c9f215a59" providerId="AD" clId="Web-{ECEDC79E-50AF-E052-FFE1-66F7ACA394A2}" dt="2024-10-30T17:00:58.202" v="1" actId="34807"/>
          <ac:spMkLst>
            <pc:docMk/>
            <pc:sldMk cId="2311632078" sldId="264"/>
            <ac:spMk id="16" creationId="{61707E60-CEC9-4661-AA82-69242EB4BDC3}"/>
          </ac:spMkLst>
        </pc:spChg>
        <pc:spChg chg="add">
          <ac:chgData name="Jeremy Chapman (MECHANICS AND DEPLOYMENT)" userId="S::jchapman@microsoft.com::4bc43bf4-7905-4d6f-9008-356c9f215a59" providerId="AD" clId="Web-{ECEDC79E-50AF-E052-FFE1-66F7ACA394A2}" dt="2024-10-30T17:00:58.202" v="1" actId="34807"/>
          <ac:spMkLst>
            <pc:docMk/>
            <pc:sldMk cId="2311632078" sldId="264"/>
            <ac:spMk id="18" creationId="{8F035CD8-AE30-4146-96F2-036B0CE5E4F3}"/>
          </ac:spMkLst>
        </pc:spChg>
        <pc:picChg chg="mod ord">
          <ac:chgData name="Jeremy Chapman (MECHANICS AND DEPLOYMENT)" userId="S::jchapman@microsoft.com::4bc43bf4-7905-4d6f-9008-356c9f215a59" providerId="AD" clId="Web-{ECEDC79E-50AF-E052-FFE1-66F7ACA394A2}" dt="2024-10-30T17:00:58.202" v="1" actId="34807"/>
          <ac:picMkLst>
            <pc:docMk/>
            <pc:sldMk cId="2311632078" sldId="264"/>
            <ac:picMk id="5" creationId="{5D28E05A-AC5C-4B83-91FF-032A08A534FC}"/>
          </ac:picMkLst>
        </pc:pic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3028544609" sldId="265"/>
        </pc:sldMkLst>
        <pc:spChg chg="mod">
          <ac:chgData name="Jeremy Chapman (MECHANICS AND DEPLOYMENT)" userId="S::jchapman@microsoft.com::4bc43bf4-7905-4d6f-9008-356c9f215a59" providerId="AD" clId="Web-{ECEDC79E-50AF-E052-FFE1-66F7ACA394A2}" dt="2024-10-30T17:00:58.202" v="1" actId="34807"/>
          <ac:spMkLst>
            <pc:docMk/>
            <pc:sldMk cId="3028544609" sldId="265"/>
            <ac:spMk id="2" creationId="{7ED1BDEC-9585-1774-06A1-2AEA738E2247}"/>
          </ac:spMkLst>
        </pc:spChg>
        <pc:spChg chg="mod">
          <ac:chgData name="Jeremy Chapman (MECHANICS AND DEPLOYMENT)" userId="S::jchapman@microsoft.com::4bc43bf4-7905-4d6f-9008-356c9f215a59" providerId="AD" clId="Web-{ECEDC79E-50AF-E052-FFE1-66F7ACA394A2}" dt="2024-10-30T17:00:58.202" v="1" actId="34807"/>
          <ac:spMkLst>
            <pc:docMk/>
            <pc:sldMk cId="3028544609" sldId="265"/>
            <ac:spMk id="4" creationId="{D6BF5C61-545A-DB2D-F000-0AB1F8F87ADE}"/>
          </ac:spMkLst>
        </pc:spChg>
        <pc:spChg chg="add">
          <ac:chgData name="Jeremy Chapman (MECHANICS AND DEPLOYMENT)" userId="S::jchapman@microsoft.com::4bc43bf4-7905-4d6f-9008-356c9f215a59" providerId="AD" clId="Web-{ECEDC79E-50AF-E052-FFE1-66F7ACA394A2}" dt="2024-10-30T17:00:58.202" v="1" actId="34807"/>
          <ac:spMkLst>
            <pc:docMk/>
            <pc:sldMk cId="3028544609" sldId="265"/>
            <ac:spMk id="10" creationId="{BD4C0BBB-0042-4603-A226-6117F3FD5B3C}"/>
          </ac:spMkLst>
        </pc:spChg>
        <pc:spChg chg="add">
          <ac:chgData name="Jeremy Chapman (MECHANICS AND DEPLOYMENT)" userId="S::jchapman@microsoft.com::4bc43bf4-7905-4d6f-9008-356c9f215a59" providerId="AD" clId="Web-{ECEDC79E-50AF-E052-FFE1-66F7ACA394A2}" dt="2024-10-30T17:00:58.202" v="1" actId="34807"/>
          <ac:spMkLst>
            <pc:docMk/>
            <pc:sldMk cId="3028544609" sldId="265"/>
            <ac:spMk id="12" creationId="{EC44F520-2598-460E-9F91-B02F60830CA2}"/>
          </ac:spMkLst>
        </pc:spChg>
        <pc:spChg chg="add">
          <ac:chgData name="Jeremy Chapman (MECHANICS AND DEPLOYMENT)" userId="S::jchapman@microsoft.com::4bc43bf4-7905-4d6f-9008-356c9f215a59" providerId="AD" clId="Web-{ECEDC79E-50AF-E052-FFE1-66F7ACA394A2}" dt="2024-10-30T17:00:58.202" v="1" actId="34807"/>
          <ac:spMkLst>
            <pc:docMk/>
            <pc:sldMk cId="3028544609" sldId="265"/>
            <ac:spMk id="14" creationId="{11D6A2A3-F101-46F7-8B6F-1C699CAFE9AD}"/>
          </ac:spMkLst>
        </pc:spChg>
        <pc:spChg chg="add">
          <ac:chgData name="Jeremy Chapman (MECHANICS AND DEPLOYMENT)" userId="S::jchapman@microsoft.com::4bc43bf4-7905-4d6f-9008-356c9f215a59" providerId="AD" clId="Web-{ECEDC79E-50AF-E052-FFE1-66F7ACA394A2}" dt="2024-10-30T17:00:58.202" v="1" actId="34807"/>
          <ac:spMkLst>
            <pc:docMk/>
            <pc:sldMk cId="3028544609" sldId="265"/>
            <ac:spMk id="16" creationId="{529E760E-527D-4053-A309-F2BDE12501CD}"/>
          </ac:spMkLst>
        </pc:spChg>
        <pc:spChg chg="add">
          <ac:chgData name="Jeremy Chapman (MECHANICS AND DEPLOYMENT)" userId="S::jchapman@microsoft.com::4bc43bf4-7905-4d6f-9008-356c9f215a59" providerId="AD" clId="Web-{ECEDC79E-50AF-E052-FFE1-66F7ACA394A2}" dt="2024-10-30T17:00:58.202" v="1" actId="34807"/>
          <ac:spMkLst>
            <pc:docMk/>
            <pc:sldMk cId="3028544609" sldId="265"/>
            <ac:spMk id="18" creationId="{4153D448-4ED1-429A-A28C-8316DE7CAF7E}"/>
          </ac:spMkLst>
        </pc:spChg>
        <pc:picChg chg="mod ord">
          <ac:chgData name="Jeremy Chapman (MECHANICS AND DEPLOYMENT)" userId="S::jchapman@microsoft.com::4bc43bf4-7905-4d6f-9008-356c9f215a59" providerId="AD" clId="Web-{ECEDC79E-50AF-E052-FFE1-66F7ACA394A2}" dt="2024-10-30T17:00:58.202" v="1" actId="34807"/>
          <ac:picMkLst>
            <pc:docMk/>
            <pc:sldMk cId="3028544609" sldId="265"/>
            <ac:picMk id="5" creationId="{90C332F8-6347-45E9-95F3-6D6BBD2D2B4E}"/>
          </ac:picMkLst>
        </pc:pic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2101577855" sldId="266"/>
        </pc:sldMkLst>
        <pc:spChg chg="mod ord">
          <ac:chgData name="Jeremy Chapman (MECHANICS AND DEPLOYMENT)" userId="S::jchapman@microsoft.com::4bc43bf4-7905-4d6f-9008-356c9f215a59" providerId="AD" clId="Web-{ECEDC79E-50AF-E052-FFE1-66F7ACA394A2}" dt="2024-10-30T17:00:58.202" v="1" actId="34807"/>
          <ac:spMkLst>
            <pc:docMk/>
            <pc:sldMk cId="2101577855" sldId="266"/>
            <ac:spMk id="2" creationId="{912FC168-0126-5DFC-E997-69FB34B1E427}"/>
          </ac:spMkLst>
        </pc:spChg>
        <pc:spChg chg="mod">
          <ac:chgData name="Jeremy Chapman (MECHANICS AND DEPLOYMENT)" userId="S::jchapman@microsoft.com::4bc43bf4-7905-4d6f-9008-356c9f215a59" providerId="AD" clId="Web-{ECEDC79E-50AF-E052-FFE1-66F7ACA394A2}" dt="2024-10-30T17:00:58.202" v="1" actId="34807"/>
          <ac:spMkLst>
            <pc:docMk/>
            <pc:sldMk cId="2101577855" sldId="266"/>
            <ac:spMk id="4" creationId="{AC492890-AD19-1B2A-279C-D98BBB4010FE}"/>
          </ac:spMkLst>
        </pc:spChg>
        <pc:spChg chg="add">
          <ac:chgData name="Jeremy Chapman (MECHANICS AND DEPLOYMENT)" userId="S::jchapman@microsoft.com::4bc43bf4-7905-4d6f-9008-356c9f215a59" providerId="AD" clId="Web-{ECEDC79E-50AF-E052-FFE1-66F7ACA394A2}" dt="2024-10-30T17:00:58.202" v="1" actId="34807"/>
          <ac:spMkLst>
            <pc:docMk/>
            <pc:sldMk cId="2101577855" sldId="266"/>
            <ac:spMk id="10" creationId="{BD4C0BBB-0042-4603-A226-6117F3FD5B3C}"/>
          </ac:spMkLst>
        </pc:spChg>
        <pc:spChg chg="add">
          <ac:chgData name="Jeremy Chapman (MECHANICS AND DEPLOYMENT)" userId="S::jchapman@microsoft.com::4bc43bf4-7905-4d6f-9008-356c9f215a59" providerId="AD" clId="Web-{ECEDC79E-50AF-E052-FFE1-66F7ACA394A2}" dt="2024-10-30T17:00:58.202" v="1" actId="34807"/>
          <ac:spMkLst>
            <pc:docMk/>
            <pc:sldMk cId="2101577855" sldId="266"/>
            <ac:spMk id="12" creationId="{EC44F520-2598-460E-9F91-B02F60830CA2}"/>
          </ac:spMkLst>
        </pc:spChg>
        <pc:spChg chg="add">
          <ac:chgData name="Jeremy Chapman (MECHANICS AND DEPLOYMENT)" userId="S::jchapman@microsoft.com::4bc43bf4-7905-4d6f-9008-356c9f215a59" providerId="AD" clId="Web-{ECEDC79E-50AF-E052-FFE1-66F7ACA394A2}" dt="2024-10-30T17:00:58.202" v="1" actId="34807"/>
          <ac:spMkLst>
            <pc:docMk/>
            <pc:sldMk cId="2101577855" sldId="266"/>
            <ac:spMk id="14" creationId="{6ACA6F80-D392-A64E-3CF8-F28F1CCEE67B}"/>
          </ac:spMkLst>
        </pc:spChg>
        <pc:spChg chg="add">
          <ac:chgData name="Jeremy Chapman (MECHANICS AND DEPLOYMENT)" userId="S::jchapman@microsoft.com::4bc43bf4-7905-4d6f-9008-356c9f215a59" providerId="AD" clId="Web-{ECEDC79E-50AF-E052-FFE1-66F7ACA394A2}" dt="2024-10-30T17:00:58.202" v="1" actId="34807"/>
          <ac:spMkLst>
            <pc:docMk/>
            <pc:sldMk cId="2101577855" sldId="266"/>
            <ac:spMk id="16" creationId="{81097DDE-1D45-40A7-9F85-72AD9472A02D}"/>
          </ac:spMkLst>
        </pc:spChg>
        <pc:spChg chg="add">
          <ac:chgData name="Jeremy Chapman (MECHANICS AND DEPLOYMENT)" userId="S::jchapman@microsoft.com::4bc43bf4-7905-4d6f-9008-356c9f215a59" providerId="AD" clId="Web-{ECEDC79E-50AF-E052-FFE1-66F7ACA394A2}" dt="2024-10-30T17:00:58.202" v="1" actId="34807"/>
          <ac:spMkLst>
            <pc:docMk/>
            <pc:sldMk cId="2101577855" sldId="266"/>
            <ac:spMk id="18" creationId="{415C4FE2-5362-FB30-4461-17307BE10C9C}"/>
          </ac:spMkLst>
        </pc:spChg>
        <pc:picChg chg="mod">
          <ac:chgData name="Jeremy Chapman (MECHANICS AND DEPLOYMENT)" userId="S::jchapman@microsoft.com::4bc43bf4-7905-4d6f-9008-356c9f215a59" providerId="AD" clId="Web-{ECEDC79E-50AF-E052-FFE1-66F7ACA394A2}" dt="2024-10-30T17:00:58.202" v="1" actId="34807"/>
          <ac:picMkLst>
            <pc:docMk/>
            <pc:sldMk cId="2101577855" sldId="266"/>
            <ac:picMk id="5" creationId="{70DBC2BF-E3B6-45DD-95CA-20A401897E89}"/>
          </ac:picMkLst>
        </pc:pic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170417543" sldId="267"/>
        </pc:sldMkLst>
        <pc:spChg chg="mod">
          <ac:chgData name="Jeremy Chapman (MECHANICS AND DEPLOYMENT)" userId="S::jchapman@microsoft.com::4bc43bf4-7905-4d6f-9008-356c9f215a59" providerId="AD" clId="Web-{ECEDC79E-50AF-E052-FFE1-66F7ACA394A2}" dt="2024-10-30T17:00:58.202" v="1" actId="34807"/>
          <ac:spMkLst>
            <pc:docMk/>
            <pc:sldMk cId="170417543" sldId="267"/>
            <ac:spMk id="2" creationId="{692E6340-61B9-D1E3-2634-A5F8370DF83A}"/>
          </ac:spMkLst>
        </pc:spChg>
        <pc:spChg chg="mod">
          <ac:chgData name="Jeremy Chapman (MECHANICS AND DEPLOYMENT)" userId="S::jchapman@microsoft.com::4bc43bf4-7905-4d6f-9008-356c9f215a59" providerId="AD" clId="Web-{ECEDC79E-50AF-E052-FFE1-66F7ACA394A2}" dt="2024-10-30T17:00:58.202" v="1" actId="34807"/>
          <ac:spMkLst>
            <pc:docMk/>
            <pc:sldMk cId="170417543" sldId="267"/>
            <ac:spMk id="3" creationId="{A8924E2E-F792-743E-4617-32BA663969E1}"/>
          </ac:spMkLst>
        </pc:spChg>
        <pc:spChg chg="add">
          <ac:chgData name="Jeremy Chapman (MECHANICS AND DEPLOYMENT)" userId="S::jchapman@microsoft.com::4bc43bf4-7905-4d6f-9008-356c9f215a59" providerId="AD" clId="Web-{ECEDC79E-50AF-E052-FFE1-66F7ACA394A2}" dt="2024-10-30T17:00:58.202" v="1" actId="34807"/>
          <ac:spMkLst>
            <pc:docMk/>
            <pc:sldMk cId="170417543" sldId="267"/>
            <ac:spMk id="8" creationId="{B6B36A41-BF38-4C0A-BA59-CDCE04AE6C90}"/>
          </ac:spMkLst>
        </pc:spChg>
        <pc:spChg chg="add">
          <ac:chgData name="Jeremy Chapman (MECHANICS AND DEPLOYMENT)" userId="S::jchapman@microsoft.com::4bc43bf4-7905-4d6f-9008-356c9f215a59" providerId="AD" clId="Web-{ECEDC79E-50AF-E052-FFE1-66F7ACA394A2}" dt="2024-10-30T17:00:58.202" v="1" actId="34807"/>
          <ac:spMkLst>
            <pc:docMk/>
            <pc:sldMk cId="170417543" sldId="267"/>
            <ac:spMk id="10" creationId="{92D36A8B-01FD-4675-9D35-FA0CC50FDCF8}"/>
          </ac:spMkLst>
        </pc:spChg>
        <pc:spChg chg="add">
          <ac:chgData name="Jeremy Chapman (MECHANICS AND DEPLOYMENT)" userId="S::jchapman@microsoft.com::4bc43bf4-7905-4d6f-9008-356c9f215a59" providerId="AD" clId="Web-{ECEDC79E-50AF-E052-FFE1-66F7ACA394A2}" dt="2024-10-30T17:00:58.202" v="1" actId="34807"/>
          <ac:spMkLst>
            <pc:docMk/>
            <pc:sldMk cId="170417543" sldId="267"/>
            <ac:spMk id="12" creationId="{726D76E8-086A-40F9-B995-AEFD77D9C089}"/>
          </ac:spMkLst>
        </pc:sp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2141133329" sldId="268"/>
        </pc:sldMkLst>
        <pc:spChg chg="mod">
          <ac:chgData name="Jeremy Chapman (MECHANICS AND DEPLOYMENT)" userId="S::jchapman@microsoft.com::4bc43bf4-7905-4d6f-9008-356c9f215a59" providerId="AD" clId="Web-{ECEDC79E-50AF-E052-FFE1-66F7ACA394A2}" dt="2024-10-30T17:00:58.202" v="1" actId="34807"/>
          <ac:spMkLst>
            <pc:docMk/>
            <pc:sldMk cId="2141133329" sldId="268"/>
            <ac:spMk id="2" creationId="{2BE82B83-DEC7-93CF-39D5-41209C38C63E}"/>
          </ac:spMkLst>
        </pc:spChg>
        <pc:spChg chg="mod">
          <ac:chgData name="Jeremy Chapman (MECHANICS AND DEPLOYMENT)" userId="S::jchapman@microsoft.com::4bc43bf4-7905-4d6f-9008-356c9f215a59" providerId="AD" clId="Web-{ECEDC79E-50AF-E052-FFE1-66F7ACA394A2}" dt="2024-10-30T17:00:58.202" v="1" actId="34807"/>
          <ac:spMkLst>
            <pc:docMk/>
            <pc:sldMk cId="2141133329" sldId="268"/>
            <ac:spMk id="4" creationId="{746FEFA2-41BC-F563-B5F0-F7D28EF82B21}"/>
          </ac:spMkLst>
        </pc:spChg>
        <pc:spChg chg="add">
          <ac:chgData name="Jeremy Chapman (MECHANICS AND DEPLOYMENT)" userId="S::jchapman@microsoft.com::4bc43bf4-7905-4d6f-9008-356c9f215a59" providerId="AD" clId="Web-{ECEDC79E-50AF-E052-FFE1-66F7ACA394A2}" dt="2024-10-30T17:00:58.202" v="1" actId="34807"/>
          <ac:spMkLst>
            <pc:docMk/>
            <pc:sldMk cId="2141133329" sldId="268"/>
            <ac:spMk id="10" creationId="{BD4C0BBB-0042-4603-A226-6117F3FD5B3C}"/>
          </ac:spMkLst>
        </pc:spChg>
        <pc:spChg chg="add">
          <ac:chgData name="Jeremy Chapman (MECHANICS AND DEPLOYMENT)" userId="S::jchapman@microsoft.com::4bc43bf4-7905-4d6f-9008-356c9f215a59" providerId="AD" clId="Web-{ECEDC79E-50AF-E052-FFE1-66F7ACA394A2}" dt="2024-10-30T17:00:58.202" v="1" actId="34807"/>
          <ac:spMkLst>
            <pc:docMk/>
            <pc:sldMk cId="2141133329" sldId="268"/>
            <ac:spMk id="12" creationId="{EC44F520-2598-460E-9F91-B02F60830CA2}"/>
          </ac:spMkLst>
        </pc:spChg>
        <pc:spChg chg="add">
          <ac:chgData name="Jeremy Chapman (MECHANICS AND DEPLOYMENT)" userId="S::jchapman@microsoft.com::4bc43bf4-7905-4d6f-9008-356c9f215a59" providerId="AD" clId="Web-{ECEDC79E-50AF-E052-FFE1-66F7ACA394A2}" dt="2024-10-30T17:00:58.202" v="1" actId="34807"/>
          <ac:spMkLst>
            <pc:docMk/>
            <pc:sldMk cId="2141133329" sldId="268"/>
            <ac:spMk id="14" creationId="{11D6A2A3-F101-46F7-8B6F-1C699CAFE9AD}"/>
          </ac:spMkLst>
        </pc:spChg>
        <pc:spChg chg="add">
          <ac:chgData name="Jeremy Chapman (MECHANICS AND DEPLOYMENT)" userId="S::jchapman@microsoft.com::4bc43bf4-7905-4d6f-9008-356c9f215a59" providerId="AD" clId="Web-{ECEDC79E-50AF-E052-FFE1-66F7ACA394A2}" dt="2024-10-30T17:00:58.202" v="1" actId="34807"/>
          <ac:spMkLst>
            <pc:docMk/>
            <pc:sldMk cId="2141133329" sldId="268"/>
            <ac:spMk id="16" creationId="{529E760E-527D-4053-A309-F2BDE12501CD}"/>
          </ac:spMkLst>
        </pc:spChg>
        <pc:spChg chg="add">
          <ac:chgData name="Jeremy Chapman (MECHANICS AND DEPLOYMENT)" userId="S::jchapman@microsoft.com::4bc43bf4-7905-4d6f-9008-356c9f215a59" providerId="AD" clId="Web-{ECEDC79E-50AF-E052-FFE1-66F7ACA394A2}" dt="2024-10-30T17:00:58.202" v="1" actId="34807"/>
          <ac:spMkLst>
            <pc:docMk/>
            <pc:sldMk cId="2141133329" sldId="268"/>
            <ac:spMk id="18" creationId="{4153D448-4ED1-429A-A28C-8316DE7CAF7E}"/>
          </ac:spMkLst>
        </pc:spChg>
        <pc:picChg chg="mod ord">
          <ac:chgData name="Jeremy Chapman (MECHANICS AND DEPLOYMENT)" userId="S::jchapman@microsoft.com::4bc43bf4-7905-4d6f-9008-356c9f215a59" providerId="AD" clId="Web-{ECEDC79E-50AF-E052-FFE1-66F7ACA394A2}" dt="2024-10-30T17:00:58.202" v="1" actId="34807"/>
          <ac:picMkLst>
            <pc:docMk/>
            <pc:sldMk cId="2141133329" sldId="268"/>
            <ac:picMk id="5" creationId="{364D6FE6-7468-4C7F-927D-5AFA5DF007B1}"/>
          </ac:picMkLst>
        </pc:picChg>
      </pc:sldChg>
      <pc:sldChg chg="addSp delSp modSp add mod setBg modClrScheme chgLayout">
        <pc:chgData name="Jeremy Chapman (MECHANICS AND DEPLOYMENT)" userId="S::jchapman@microsoft.com::4bc43bf4-7905-4d6f-9008-356c9f215a59" providerId="AD" clId="Web-{ECEDC79E-50AF-E052-FFE1-66F7ACA394A2}" dt="2024-10-30T17:00:58.202" v="1" actId="34807"/>
        <pc:sldMkLst>
          <pc:docMk/>
          <pc:sldMk cId="2889589682" sldId="269"/>
        </pc:sldMkLst>
        <pc:spChg chg="mod">
          <ac:chgData name="Jeremy Chapman (MECHANICS AND DEPLOYMENT)" userId="S::jchapman@microsoft.com::4bc43bf4-7905-4d6f-9008-356c9f215a59" providerId="AD" clId="Web-{ECEDC79E-50AF-E052-FFE1-66F7ACA394A2}" dt="2024-10-30T17:00:58.202" v="1" actId="34807"/>
          <ac:spMkLst>
            <pc:docMk/>
            <pc:sldMk cId="2889589682" sldId="269"/>
            <ac:spMk id="2" creationId="{4C26E838-0E89-8CD2-ECF4-C362E7FE4414}"/>
          </ac:spMkLst>
        </pc:spChg>
        <pc:spChg chg="add">
          <ac:chgData name="Jeremy Chapman (MECHANICS AND DEPLOYMENT)" userId="S::jchapman@microsoft.com::4bc43bf4-7905-4d6f-9008-356c9f215a59" providerId="AD" clId="Web-{ECEDC79E-50AF-E052-FFE1-66F7ACA394A2}" dt="2024-10-30T17:00:58.202" v="1" actId="34807"/>
          <ac:spMkLst>
            <pc:docMk/>
            <pc:sldMk cId="2889589682" sldId="269"/>
            <ac:spMk id="9" creationId="{E383CC5D-71E8-4CB2-8E4A-F1E4FF6DC9D6}"/>
          </ac:spMkLst>
        </pc:spChg>
        <pc:spChg chg="add">
          <ac:chgData name="Jeremy Chapman (MECHANICS AND DEPLOYMENT)" userId="S::jchapman@microsoft.com::4bc43bf4-7905-4d6f-9008-356c9f215a59" providerId="AD" clId="Web-{ECEDC79E-50AF-E052-FFE1-66F7ACA394A2}" dt="2024-10-30T17:00:58.202" v="1" actId="34807"/>
          <ac:spMkLst>
            <pc:docMk/>
            <pc:sldMk cId="2889589682" sldId="269"/>
            <ac:spMk id="11" creationId="{E2DA5AC1-43C5-4243-9028-07DBB80D0C95}"/>
          </ac:spMkLst>
        </pc:spChg>
        <pc:spChg chg="add">
          <ac:chgData name="Jeremy Chapman (MECHANICS AND DEPLOYMENT)" userId="S::jchapman@microsoft.com::4bc43bf4-7905-4d6f-9008-356c9f215a59" providerId="AD" clId="Web-{ECEDC79E-50AF-E052-FFE1-66F7ACA394A2}" dt="2024-10-30T17:00:58.202" v="1" actId="34807"/>
          <ac:spMkLst>
            <pc:docMk/>
            <pc:sldMk cId="2889589682" sldId="269"/>
            <ac:spMk id="13" creationId="{8A4EDA1C-27A1-4C83-ACE4-6675EC9245B1}"/>
          </ac:spMkLst>
        </pc:spChg>
        <pc:spChg chg="add">
          <ac:chgData name="Jeremy Chapman (MECHANICS AND DEPLOYMENT)" userId="S::jchapman@microsoft.com::4bc43bf4-7905-4d6f-9008-356c9f215a59" providerId="AD" clId="Web-{ECEDC79E-50AF-E052-FFE1-66F7ACA394A2}" dt="2024-10-30T17:00:58.202" v="1" actId="34807"/>
          <ac:spMkLst>
            <pc:docMk/>
            <pc:sldMk cId="2889589682" sldId="269"/>
            <ac:spMk id="15" creationId="{1C2185E4-B584-4B9D-9440-DEA0FB9D94DF}"/>
          </ac:spMkLst>
        </pc:spChg>
        <pc:spChg chg="add">
          <ac:chgData name="Jeremy Chapman (MECHANICS AND DEPLOYMENT)" userId="S::jchapman@microsoft.com::4bc43bf4-7905-4d6f-9008-356c9f215a59" providerId="AD" clId="Web-{ECEDC79E-50AF-E052-FFE1-66F7ACA394A2}" dt="2024-10-30T17:00:58.202" v="1" actId="34807"/>
          <ac:spMkLst>
            <pc:docMk/>
            <pc:sldMk cId="2889589682" sldId="269"/>
            <ac:spMk id="17" creationId="{FF33EC8A-EE0A-4395-97E2-DAD467CF734C}"/>
          </ac:spMkLst>
        </pc:spChg>
        <pc:spChg chg="add">
          <ac:chgData name="Jeremy Chapman (MECHANICS AND DEPLOYMENT)" userId="S::jchapman@microsoft.com::4bc43bf4-7905-4d6f-9008-356c9f215a59" providerId="AD" clId="Web-{ECEDC79E-50AF-E052-FFE1-66F7ACA394A2}" dt="2024-10-30T17:00:58.202" v="1" actId="34807"/>
          <ac:spMkLst>
            <pc:docMk/>
            <pc:sldMk cId="2889589682" sldId="269"/>
            <ac:spMk id="19" creationId="{FF85DA95-16A4-404E-9BFF-27F8E4FC78AA}"/>
          </ac:spMkLst>
        </pc:spChg>
        <pc:graphicFrameChg chg="add mod">
          <ac:chgData name="Jeremy Chapman (MECHANICS AND DEPLOYMENT)" userId="S::jchapman@microsoft.com::4bc43bf4-7905-4d6f-9008-356c9f215a59" providerId="AD" clId="Web-{ECEDC79E-50AF-E052-FFE1-66F7ACA394A2}" dt="2024-10-30T17:00:58.202" v="1" actId="34807"/>
          <ac:graphicFrameMkLst>
            <pc:docMk/>
            <pc:sldMk cId="2889589682" sldId="269"/>
            <ac:graphicFrameMk id="5" creationId="{14C8073A-A2AD-FA8A-A0D7-F15EE8CD9D14}"/>
          </ac:graphicFrameMkLst>
        </pc:graphicFrame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2543458439" sldId="270"/>
        </pc:sldMkLst>
        <pc:spChg chg="mod ord">
          <ac:chgData name="Jeremy Chapman (MECHANICS AND DEPLOYMENT)" userId="S::jchapman@microsoft.com::4bc43bf4-7905-4d6f-9008-356c9f215a59" providerId="AD" clId="Web-{ECEDC79E-50AF-E052-FFE1-66F7ACA394A2}" dt="2024-10-30T17:00:58.202" v="1" actId="34807"/>
          <ac:spMkLst>
            <pc:docMk/>
            <pc:sldMk cId="2543458439" sldId="270"/>
            <ac:spMk id="2" creationId="{8D6F61D5-0C17-0D34-67CA-83023CC2346D}"/>
          </ac:spMkLst>
        </pc:spChg>
        <pc:spChg chg="mod">
          <ac:chgData name="Jeremy Chapman (MECHANICS AND DEPLOYMENT)" userId="S::jchapman@microsoft.com::4bc43bf4-7905-4d6f-9008-356c9f215a59" providerId="AD" clId="Web-{ECEDC79E-50AF-E052-FFE1-66F7ACA394A2}" dt="2024-10-30T17:00:58.202" v="1" actId="34807"/>
          <ac:spMkLst>
            <pc:docMk/>
            <pc:sldMk cId="2543458439" sldId="270"/>
            <ac:spMk id="4" creationId="{D990E822-BF37-40E3-5CEC-336EE82DD5C8}"/>
          </ac:spMkLst>
        </pc:spChg>
        <pc:spChg chg="add">
          <ac:chgData name="Jeremy Chapman (MECHANICS AND DEPLOYMENT)" userId="S::jchapman@microsoft.com::4bc43bf4-7905-4d6f-9008-356c9f215a59" providerId="AD" clId="Web-{ECEDC79E-50AF-E052-FFE1-66F7ACA394A2}" dt="2024-10-30T17:00:58.202" v="1" actId="34807"/>
          <ac:spMkLst>
            <pc:docMk/>
            <pc:sldMk cId="2543458439" sldId="270"/>
            <ac:spMk id="10" creationId="{BD4C0BBB-0042-4603-A226-6117F3FD5B3C}"/>
          </ac:spMkLst>
        </pc:spChg>
        <pc:spChg chg="add">
          <ac:chgData name="Jeremy Chapman (MECHANICS AND DEPLOYMENT)" userId="S::jchapman@microsoft.com::4bc43bf4-7905-4d6f-9008-356c9f215a59" providerId="AD" clId="Web-{ECEDC79E-50AF-E052-FFE1-66F7ACA394A2}" dt="2024-10-30T17:00:58.202" v="1" actId="34807"/>
          <ac:spMkLst>
            <pc:docMk/>
            <pc:sldMk cId="2543458439" sldId="270"/>
            <ac:spMk id="12" creationId="{EC44F520-2598-460E-9F91-B02F60830CA2}"/>
          </ac:spMkLst>
        </pc:spChg>
        <pc:spChg chg="add">
          <ac:chgData name="Jeremy Chapman (MECHANICS AND DEPLOYMENT)" userId="S::jchapman@microsoft.com::4bc43bf4-7905-4d6f-9008-356c9f215a59" providerId="AD" clId="Web-{ECEDC79E-50AF-E052-FFE1-66F7ACA394A2}" dt="2024-10-30T17:00:58.202" v="1" actId="34807"/>
          <ac:spMkLst>
            <pc:docMk/>
            <pc:sldMk cId="2543458439" sldId="270"/>
            <ac:spMk id="14" creationId="{6ACA6F80-D392-A64E-3CF8-F28F1CCEE67B}"/>
          </ac:spMkLst>
        </pc:spChg>
        <pc:spChg chg="add">
          <ac:chgData name="Jeremy Chapman (MECHANICS AND DEPLOYMENT)" userId="S::jchapman@microsoft.com::4bc43bf4-7905-4d6f-9008-356c9f215a59" providerId="AD" clId="Web-{ECEDC79E-50AF-E052-FFE1-66F7ACA394A2}" dt="2024-10-30T17:00:58.202" v="1" actId="34807"/>
          <ac:spMkLst>
            <pc:docMk/>
            <pc:sldMk cId="2543458439" sldId="270"/>
            <ac:spMk id="16" creationId="{81097DDE-1D45-40A7-9F85-72AD9472A02D}"/>
          </ac:spMkLst>
        </pc:spChg>
        <pc:spChg chg="add">
          <ac:chgData name="Jeremy Chapman (MECHANICS AND DEPLOYMENT)" userId="S::jchapman@microsoft.com::4bc43bf4-7905-4d6f-9008-356c9f215a59" providerId="AD" clId="Web-{ECEDC79E-50AF-E052-FFE1-66F7ACA394A2}" dt="2024-10-30T17:00:58.202" v="1" actId="34807"/>
          <ac:spMkLst>
            <pc:docMk/>
            <pc:sldMk cId="2543458439" sldId="270"/>
            <ac:spMk id="18" creationId="{415C4FE2-5362-FB30-4461-17307BE10C9C}"/>
          </ac:spMkLst>
        </pc:spChg>
        <pc:picChg chg="mod">
          <ac:chgData name="Jeremy Chapman (MECHANICS AND DEPLOYMENT)" userId="S::jchapman@microsoft.com::4bc43bf4-7905-4d6f-9008-356c9f215a59" providerId="AD" clId="Web-{ECEDC79E-50AF-E052-FFE1-66F7ACA394A2}" dt="2024-10-30T17:00:58.202" v="1" actId="34807"/>
          <ac:picMkLst>
            <pc:docMk/>
            <pc:sldMk cId="2543458439" sldId="270"/>
            <ac:picMk id="5" creationId="{4F9BD5BC-8334-4840-8016-9FCA85284532}"/>
          </ac:picMkLst>
        </pc:pic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125714553" sldId="271"/>
        </pc:sldMkLst>
        <pc:spChg chg="mod">
          <ac:chgData name="Jeremy Chapman (MECHANICS AND DEPLOYMENT)" userId="S::jchapman@microsoft.com::4bc43bf4-7905-4d6f-9008-356c9f215a59" providerId="AD" clId="Web-{ECEDC79E-50AF-E052-FFE1-66F7ACA394A2}" dt="2024-10-30T17:00:58.202" v="1" actId="34807"/>
          <ac:spMkLst>
            <pc:docMk/>
            <pc:sldMk cId="125714553" sldId="271"/>
            <ac:spMk id="2" creationId="{26D16EE7-4A60-C171-D7A7-A8FFD8ED14AD}"/>
          </ac:spMkLst>
        </pc:spChg>
        <pc:spChg chg="mod">
          <ac:chgData name="Jeremy Chapman (MECHANICS AND DEPLOYMENT)" userId="S::jchapman@microsoft.com::4bc43bf4-7905-4d6f-9008-356c9f215a59" providerId="AD" clId="Web-{ECEDC79E-50AF-E052-FFE1-66F7ACA394A2}" dt="2024-10-30T17:00:58.202" v="1" actId="34807"/>
          <ac:spMkLst>
            <pc:docMk/>
            <pc:sldMk cId="125714553" sldId="271"/>
            <ac:spMk id="3" creationId="{1161F688-CDDD-B710-F512-A09F3E14EC3B}"/>
          </ac:spMkLst>
        </pc:spChg>
        <pc:spChg chg="add">
          <ac:chgData name="Jeremy Chapman (MECHANICS AND DEPLOYMENT)" userId="S::jchapman@microsoft.com::4bc43bf4-7905-4d6f-9008-356c9f215a59" providerId="AD" clId="Web-{ECEDC79E-50AF-E052-FFE1-66F7ACA394A2}" dt="2024-10-30T17:00:58.202" v="1" actId="34807"/>
          <ac:spMkLst>
            <pc:docMk/>
            <pc:sldMk cId="125714553" sldId="271"/>
            <ac:spMk id="8" creationId="{B6B36A41-BF38-4C0A-BA59-CDCE04AE6C90}"/>
          </ac:spMkLst>
        </pc:spChg>
        <pc:spChg chg="add">
          <ac:chgData name="Jeremy Chapman (MECHANICS AND DEPLOYMENT)" userId="S::jchapman@microsoft.com::4bc43bf4-7905-4d6f-9008-356c9f215a59" providerId="AD" clId="Web-{ECEDC79E-50AF-E052-FFE1-66F7ACA394A2}" dt="2024-10-30T17:00:58.202" v="1" actId="34807"/>
          <ac:spMkLst>
            <pc:docMk/>
            <pc:sldMk cId="125714553" sldId="271"/>
            <ac:spMk id="10" creationId="{92D36A8B-01FD-4675-9D35-FA0CC50FDCF8}"/>
          </ac:spMkLst>
        </pc:spChg>
        <pc:spChg chg="add">
          <ac:chgData name="Jeremy Chapman (MECHANICS AND DEPLOYMENT)" userId="S::jchapman@microsoft.com::4bc43bf4-7905-4d6f-9008-356c9f215a59" providerId="AD" clId="Web-{ECEDC79E-50AF-E052-FFE1-66F7ACA394A2}" dt="2024-10-30T17:00:58.202" v="1" actId="34807"/>
          <ac:spMkLst>
            <pc:docMk/>
            <pc:sldMk cId="125714553" sldId="271"/>
            <ac:spMk id="12" creationId="{726D76E8-086A-40F9-B995-AEFD77D9C089}"/>
          </ac:spMkLst>
        </pc:sp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2797999723" sldId="272"/>
        </pc:sldMkLst>
        <pc:spChg chg="mod">
          <ac:chgData name="Jeremy Chapman (MECHANICS AND DEPLOYMENT)" userId="S::jchapman@microsoft.com::4bc43bf4-7905-4d6f-9008-356c9f215a59" providerId="AD" clId="Web-{ECEDC79E-50AF-E052-FFE1-66F7ACA394A2}" dt="2024-10-30T17:00:58.202" v="1" actId="34807"/>
          <ac:spMkLst>
            <pc:docMk/>
            <pc:sldMk cId="2797999723" sldId="272"/>
            <ac:spMk id="2" creationId="{11DF9B5E-7366-AF2A-A06F-9BB9190F04E3}"/>
          </ac:spMkLst>
        </pc:spChg>
        <pc:spChg chg="add">
          <ac:chgData name="Jeremy Chapman (MECHANICS AND DEPLOYMENT)" userId="S::jchapman@microsoft.com::4bc43bf4-7905-4d6f-9008-356c9f215a59" providerId="AD" clId="Web-{ECEDC79E-50AF-E052-FFE1-66F7ACA394A2}" dt="2024-10-30T17:00:58.202" v="1" actId="34807"/>
          <ac:spMkLst>
            <pc:docMk/>
            <pc:sldMk cId="2797999723" sldId="272"/>
            <ac:spMk id="10" creationId="{E383CC5D-71E8-4CB2-8E4A-F1E4FF6DC9D6}"/>
          </ac:spMkLst>
        </pc:spChg>
        <pc:spChg chg="add">
          <ac:chgData name="Jeremy Chapman (MECHANICS AND DEPLOYMENT)" userId="S::jchapman@microsoft.com::4bc43bf4-7905-4d6f-9008-356c9f215a59" providerId="AD" clId="Web-{ECEDC79E-50AF-E052-FFE1-66F7ACA394A2}" dt="2024-10-30T17:00:58.202" v="1" actId="34807"/>
          <ac:spMkLst>
            <pc:docMk/>
            <pc:sldMk cId="2797999723" sldId="272"/>
            <ac:spMk id="12" creationId="{E2DA5AC1-43C5-4243-9028-07DBB80D0C95}"/>
          </ac:spMkLst>
        </pc:spChg>
        <pc:spChg chg="add">
          <ac:chgData name="Jeremy Chapman (MECHANICS AND DEPLOYMENT)" userId="S::jchapman@microsoft.com::4bc43bf4-7905-4d6f-9008-356c9f215a59" providerId="AD" clId="Web-{ECEDC79E-50AF-E052-FFE1-66F7ACA394A2}" dt="2024-10-30T17:00:58.202" v="1" actId="34807"/>
          <ac:spMkLst>
            <pc:docMk/>
            <pc:sldMk cId="2797999723" sldId="272"/>
            <ac:spMk id="14" creationId="{8A4EDA1C-27A1-4C83-ACE4-6675EC9245B1}"/>
          </ac:spMkLst>
        </pc:spChg>
        <pc:spChg chg="add">
          <ac:chgData name="Jeremy Chapman (MECHANICS AND DEPLOYMENT)" userId="S::jchapman@microsoft.com::4bc43bf4-7905-4d6f-9008-356c9f215a59" providerId="AD" clId="Web-{ECEDC79E-50AF-E052-FFE1-66F7ACA394A2}" dt="2024-10-30T17:00:58.202" v="1" actId="34807"/>
          <ac:spMkLst>
            <pc:docMk/>
            <pc:sldMk cId="2797999723" sldId="272"/>
            <ac:spMk id="16" creationId="{1C2185E4-B584-4B9D-9440-DEA0FB9D94DF}"/>
          </ac:spMkLst>
        </pc:spChg>
        <pc:spChg chg="add">
          <ac:chgData name="Jeremy Chapman (MECHANICS AND DEPLOYMENT)" userId="S::jchapman@microsoft.com::4bc43bf4-7905-4d6f-9008-356c9f215a59" providerId="AD" clId="Web-{ECEDC79E-50AF-E052-FFE1-66F7ACA394A2}" dt="2024-10-30T17:00:58.202" v="1" actId="34807"/>
          <ac:spMkLst>
            <pc:docMk/>
            <pc:sldMk cId="2797999723" sldId="272"/>
            <ac:spMk id="18" creationId="{FF33EC8A-EE0A-4395-97E2-DAD467CF734C}"/>
          </ac:spMkLst>
        </pc:spChg>
        <pc:spChg chg="add">
          <ac:chgData name="Jeremy Chapman (MECHANICS AND DEPLOYMENT)" userId="S::jchapman@microsoft.com::4bc43bf4-7905-4d6f-9008-356c9f215a59" providerId="AD" clId="Web-{ECEDC79E-50AF-E052-FFE1-66F7ACA394A2}" dt="2024-10-30T17:00:58.202" v="1" actId="34807"/>
          <ac:spMkLst>
            <pc:docMk/>
            <pc:sldMk cId="2797999723" sldId="272"/>
            <ac:spMk id="20" creationId="{FF85DA95-16A4-404E-9BFF-27F8E4FC78AA}"/>
          </ac:spMkLst>
        </pc:spChg>
        <pc:graphicFrameChg chg="mod modGraphic">
          <ac:chgData name="Jeremy Chapman (MECHANICS AND DEPLOYMENT)" userId="S::jchapman@microsoft.com::4bc43bf4-7905-4d6f-9008-356c9f215a59" providerId="AD" clId="Web-{ECEDC79E-50AF-E052-FFE1-66F7ACA394A2}" dt="2024-10-30T17:00:58.202" v="1" actId="34807"/>
          <ac:graphicFrameMkLst>
            <pc:docMk/>
            <pc:sldMk cId="2797999723" sldId="272"/>
            <ac:graphicFrameMk id="5" creationId="{C298784D-065C-4F1F-9C01-F41164E2E9B4}"/>
          </ac:graphicFrameMkLst>
        </pc:graphicFrame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2460064869" sldId="273"/>
        </pc:sldMkLst>
        <pc:spChg chg="mod">
          <ac:chgData name="Jeremy Chapman (MECHANICS AND DEPLOYMENT)" userId="S::jchapman@microsoft.com::4bc43bf4-7905-4d6f-9008-356c9f215a59" providerId="AD" clId="Web-{ECEDC79E-50AF-E052-FFE1-66F7ACA394A2}" dt="2024-10-30T17:00:58.202" v="1" actId="34807"/>
          <ac:spMkLst>
            <pc:docMk/>
            <pc:sldMk cId="2460064869" sldId="273"/>
            <ac:spMk id="2" creationId="{257DF9FD-4187-C180-B72A-CD2449E6CBB9}"/>
          </ac:spMkLst>
        </pc:spChg>
        <pc:spChg chg="mod">
          <ac:chgData name="Jeremy Chapman (MECHANICS AND DEPLOYMENT)" userId="S::jchapman@microsoft.com::4bc43bf4-7905-4d6f-9008-356c9f215a59" providerId="AD" clId="Web-{ECEDC79E-50AF-E052-FFE1-66F7ACA394A2}" dt="2024-10-30T17:00:58.202" v="1" actId="34807"/>
          <ac:spMkLst>
            <pc:docMk/>
            <pc:sldMk cId="2460064869" sldId="273"/>
            <ac:spMk id="4" creationId="{A59CD486-DAB6-9160-5602-5FF02884306E}"/>
          </ac:spMkLst>
        </pc:spChg>
        <pc:spChg chg="add">
          <ac:chgData name="Jeremy Chapman (MECHANICS AND DEPLOYMENT)" userId="S::jchapman@microsoft.com::4bc43bf4-7905-4d6f-9008-356c9f215a59" providerId="AD" clId="Web-{ECEDC79E-50AF-E052-FFE1-66F7ACA394A2}" dt="2024-10-30T17:00:58.202" v="1" actId="34807"/>
          <ac:spMkLst>
            <pc:docMk/>
            <pc:sldMk cId="2460064869" sldId="273"/>
            <ac:spMk id="11" creationId="{BD4C0BBB-0042-4603-A226-6117F3FD5B3C}"/>
          </ac:spMkLst>
        </pc:spChg>
        <pc:spChg chg="add">
          <ac:chgData name="Jeremy Chapman (MECHANICS AND DEPLOYMENT)" userId="S::jchapman@microsoft.com::4bc43bf4-7905-4d6f-9008-356c9f215a59" providerId="AD" clId="Web-{ECEDC79E-50AF-E052-FFE1-66F7ACA394A2}" dt="2024-10-30T17:00:58.202" v="1" actId="34807"/>
          <ac:spMkLst>
            <pc:docMk/>
            <pc:sldMk cId="2460064869" sldId="273"/>
            <ac:spMk id="13" creationId="{EC44F520-2598-460E-9F91-B02F60830CA2}"/>
          </ac:spMkLst>
        </pc:spChg>
        <pc:spChg chg="add">
          <ac:chgData name="Jeremy Chapman (MECHANICS AND DEPLOYMENT)" userId="S::jchapman@microsoft.com::4bc43bf4-7905-4d6f-9008-356c9f215a59" providerId="AD" clId="Web-{ECEDC79E-50AF-E052-FFE1-66F7ACA394A2}" dt="2024-10-30T17:00:58.202" v="1" actId="34807"/>
          <ac:spMkLst>
            <pc:docMk/>
            <pc:sldMk cId="2460064869" sldId="273"/>
            <ac:spMk id="15" creationId="{45E4AB72-1C42-427F-801C-32A12FD694C5}"/>
          </ac:spMkLst>
        </pc:spChg>
        <pc:spChg chg="add">
          <ac:chgData name="Jeremy Chapman (MECHANICS AND DEPLOYMENT)" userId="S::jchapman@microsoft.com::4bc43bf4-7905-4d6f-9008-356c9f215a59" providerId="AD" clId="Web-{ECEDC79E-50AF-E052-FFE1-66F7ACA394A2}" dt="2024-10-30T17:00:58.202" v="1" actId="34807"/>
          <ac:spMkLst>
            <pc:docMk/>
            <pc:sldMk cId="2460064869" sldId="273"/>
            <ac:spMk id="17" creationId="{4CC257D2-6895-4677-996F-1A5FBB7F7194}"/>
          </ac:spMkLst>
        </pc:spChg>
        <pc:spChg chg="add">
          <ac:chgData name="Jeremy Chapman (MECHANICS AND DEPLOYMENT)" userId="S::jchapman@microsoft.com::4bc43bf4-7905-4d6f-9008-356c9f215a59" providerId="AD" clId="Web-{ECEDC79E-50AF-E052-FFE1-66F7ACA394A2}" dt="2024-10-30T17:00:58.202" v="1" actId="34807"/>
          <ac:spMkLst>
            <pc:docMk/>
            <pc:sldMk cId="2460064869" sldId="273"/>
            <ac:spMk id="19" creationId="{4328FF51-22A9-49F6-8C79-1FFC470CA426}"/>
          </ac:spMkLst>
        </pc:spChg>
        <pc:graphicFrameChg chg="mod ord modGraphic">
          <ac:chgData name="Jeremy Chapman (MECHANICS AND DEPLOYMENT)" userId="S::jchapman@microsoft.com::4bc43bf4-7905-4d6f-9008-356c9f215a59" providerId="AD" clId="Web-{ECEDC79E-50AF-E052-FFE1-66F7ACA394A2}" dt="2024-10-30T17:00:58.202" v="1" actId="34807"/>
          <ac:graphicFrameMkLst>
            <pc:docMk/>
            <pc:sldMk cId="2460064869" sldId="273"/>
            <ac:graphicFrameMk id="6" creationId="{82DF4072-3A68-4018-9677-B47012428B1B}"/>
          </ac:graphicFrameMkLst>
        </pc:graphicFrameChg>
      </pc:sldChg>
      <pc:sldChg chg="addSp modSp add mod setBg modClrScheme chgLayout">
        <pc:chgData name="Jeremy Chapman (MECHANICS AND DEPLOYMENT)" userId="S::jchapman@microsoft.com::4bc43bf4-7905-4d6f-9008-356c9f215a59" providerId="AD" clId="Web-{ECEDC79E-50AF-E052-FFE1-66F7ACA394A2}" dt="2024-10-30T17:00:58.202" v="1" actId="34807"/>
        <pc:sldMkLst>
          <pc:docMk/>
          <pc:sldMk cId="1785788603" sldId="274"/>
        </pc:sldMkLst>
        <pc:spChg chg="mod">
          <ac:chgData name="Jeremy Chapman (MECHANICS AND DEPLOYMENT)" userId="S::jchapman@microsoft.com::4bc43bf4-7905-4d6f-9008-356c9f215a59" providerId="AD" clId="Web-{ECEDC79E-50AF-E052-FFE1-66F7ACA394A2}" dt="2024-10-30T17:00:58.202" v="1" actId="34807"/>
          <ac:spMkLst>
            <pc:docMk/>
            <pc:sldMk cId="1785788603" sldId="274"/>
            <ac:spMk id="2" creationId="{A30BD559-F340-DB36-FE4F-1E67053C365D}"/>
          </ac:spMkLst>
        </pc:spChg>
        <pc:spChg chg="mod">
          <ac:chgData name="Jeremy Chapman (MECHANICS AND DEPLOYMENT)" userId="S::jchapman@microsoft.com::4bc43bf4-7905-4d6f-9008-356c9f215a59" providerId="AD" clId="Web-{ECEDC79E-50AF-E052-FFE1-66F7ACA394A2}" dt="2024-10-30T17:00:58.202" v="1" actId="34807"/>
          <ac:spMkLst>
            <pc:docMk/>
            <pc:sldMk cId="1785788603" sldId="274"/>
            <ac:spMk id="3" creationId="{20CF81BD-33E1-139D-D701-987A312C32FF}"/>
          </ac:spMkLst>
        </pc:spChg>
        <pc:spChg chg="add">
          <ac:chgData name="Jeremy Chapman (MECHANICS AND DEPLOYMENT)" userId="S::jchapman@microsoft.com::4bc43bf4-7905-4d6f-9008-356c9f215a59" providerId="AD" clId="Web-{ECEDC79E-50AF-E052-FFE1-66F7ACA394A2}" dt="2024-10-30T17:00:58.202" v="1" actId="34807"/>
          <ac:spMkLst>
            <pc:docMk/>
            <pc:sldMk cId="1785788603" sldId="274"/>
            <ac:spMk id="8" creationId="{B6B36A41-BF38-4C0A-BA59-CDCE04AE6C90}"/>
          </ac:spMkLst>
        </pc:spChg>
        <pc:spChg chg="add">
          <ac:chgData name="Jeremy Chapman (MECHANICS AND DEPLOYMENT)" userId="S::jchapman@microsoft.com::4bc43bf4-7905-4d6f-9008-356c9f215a59" providerId="AD" clId="Web-{ECEDC79E-50AF-E052-FFE1-66F7ACA394A2}" dt="2024-10-30T17:00:58.202" v="1" actId="34807"/>
          <ac:spMkLst>
            <pc:docMk/>
            <pc:sldMk cId="1785788603" sldId="274"/>
            <ac:spMk id="10" creationId="{92D36A8B-01FD-4675-9D35-FA0CC50FDCF8}"/>
          </ac:spMkLst>
        </pc:spChg>
        <pc:spChg chg="add">
          <ac:chgData name="Jeremy Chapman (MECHANICS AND DEPLOYMENT)" userId="S::jchapman@microsoft.com::4bc43bf4-7905-4d6f-9008-356c9f215a59" providerId="AD" clId="Web-{ECEDC79E-50AF-E052-FFE1-66F7ACA394A2}" dt="2024-10-30T17:00:58.202" v="1" actId="34807"/>
          <ac:spMkLst>
            <pc:docMk/>
            <pc:sldMk cId="1785788603" sldId="274"/>
            <ac:spMk id="12" creationId="{726D76E8-086A-40F9-B995-AEFD77D9C089}"/>
          </ac:spMkLst>
        </pc:spChg>
      </pc:sldChg>
      <pc:sldMasterChg chg="del delSldLayout">
        <pc:chgData name="Jeremy Chapman (MECHANICS AND DEPLOYMENT)" userId="S::jchapman@microsoft.com::4bc43bf4-7905-4d6f-9008-356c9f215a59" providerId="AD" clId="Web-{ECEDC79E-50AF-E052-FFE1-66F7ACA394A2}" dt="2024-10-30T17:00:58.202" v="1" actId="34807"/>
        <pc:sldMasterMkLst>
          <pc:docMk/>
          <pc:sldMasterMk cId="2460954070" sldId="2147483660"/>
        </pc:sldMasterMkLst>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2385387890" sldId="2147483661"/>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949138452" sldId="2147483662"/>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2591524520" sldId="2147483663"/>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1203092039" sldId="2147483664"/>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3733172339" sldId="2147483665"/>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3210312558" sldId="2147483666"/>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3146388984" sldId="2147483667"/>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3171841454" sldId="2147483668"/>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1718958274" sldId="2147483669"/>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2202905451" sldId="2147483670"/>
          </pc:sldLayoutMkLst>
        </pc:sldLayoutChg>
        <pc:sldLayoutChg chg="del">
          <pc:chgData name="Jeremy Chapman (MECHANICS AND DEPLOYMENT)" userId="S::jchapman@microsoft.com::4bc43bf4-7905-4d6f-9008-356c9f215a59" providerId="AD" clId="Web-{ECEDC79E-50AF-E052-FFE1-66F7ACA394A2}" dt="2024-10-30T17:00:58.202" v="1" actId="34807"/>
          <pc:sldLayoutMkLst>
            <pc:docMk/>
            <pc:sldMasterMk cId="2460954070" sldId="2147483660"/>
            <pc:sldLayoutMk cId="3479445657" sldId="2147483671"/>
          </pc:sldLayoutMkLst>
        </pc:sldLayoutChg>
      </pc:sldMasterChg>
      <pc:sldMasterChg chg="add addSldLayout">
        <pc:chgData name="Jeremy Chapman (MECHANICS AND DEPLOYMENT)" userId="S::jchapman@microsoft.com::4bc43bf4-7905-4d6f-9008-356c9f215a59" providerId="AD" clId="Web-{ECEDC79E-50AF-E052-FFE1-66F7ACA394A2}" dt="2024-10-30T17:00:58.202" v="1" actId="34807"/>
        <pc:sldMasterMkLst>
          <pc:docMk/>
          <pc:sldMasterMk cId="3248762299" sldId="2147483672"/>
        </pc:sldMasterMkLst>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3619068165" sldId="2147483673"/>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3045623600" sldId="2147483674"/>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1989027154" sldId="2147483675"/>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738663920" sldId="2147483676"/>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3177781964" sldId="2147483677"/>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1581309" sldId="2147483678"/>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2307989710" sldId="2147483679"/>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1185467480" sldId="2147483680"/>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930672470" sldId="2147483681"/>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1587940001" sldId="2147483682"/>
          </pc:sldLayoutMkLst>
        </pc:sldLayoutChg>
        <pc:sldLayoutChg chg="add">
          <pc:chgData name="Jeremy Chapman (MECHANICS AND DEPLOYMENT)" userId="S::jchapman@microsoft.com::4bc43bf4-7905-4d6f-9008-356c9f215a59" providerId="AD" clId="Web-{ECEDC79E-50AF-E052-FFE1-66F7ACA394A2}" dt="2024-10-30T17:00:58.202" v="1" actId="34807"/>
          <pc:sldLayoutMkLst>
            <pc:docMk/>
            <pc:sldMasterMk cId="3248762299" sldId="2147483672"/>
            <pc:sldLayoutMk cId="676961761" sldId="2147483683"/>
          </pc:sldLayoutMkLst>
        </pc:sldLayoutChg>
      </pc:sldMasterChg>
    </pc:docChg>
  </pc:docChgLst>
  <pc:docChgLst>
    <pc:chgData name="CJ Tan" userId="S::cj@relecloud24igniteprod.onmicrosoft.com::a2aaa624-9ac6-465b-96ea-5854f46d08bb" providerId="AD" clId="Web-{31DD1AD6-49AD-CBE7-7160-FF6F5969E236}"/>
    <pc:docChg chg="modSld">
      <pc:chgData name="CJ Tan" userId="S::cj@relecloud24igniteprod.onmicrosoft.com::a2aaa624-9ac6-465b-96ea-5854f46d08bb" providerId="AD" clId="Web-{31DD1AD6-49AD-CBE7-7160-FF6F5969E236}" dt="2024-11-13T22:46:45.856" v="0" actId="20577"/>
      <pc:docMkLst>
        <pc:docMk/>
      </pc:docMkLst>
      <pc:sldChg chg="modSp">
        <pc:chgData name="CJ Tan" userId="S::cj@relecloud24igniteprod.onmicrosoft.com::a2aaa624-9ac6-465b-96ea-5854f46d08bb" providerId="AD" clId="Web-{31DD1AD6-49AD-CBE7-7160-FF6F5969E236}" dt="2024-11-13T22:46:45.856" v="0" actId="20577"/>
        <pc:sldMkLst>
          <pc:docMk/>
          <pc:sldMk cId="2386078352" sldId="256"/>
        </pc:sldMkLst>
        <pc:spChg chg="mod">
          <ac:chgData name="CJ Tan" userId="S::cj@relecloud24igniteprod.onmicrosoft.com::a2aaa624-9ac6-465b-96ea-5854f46d08bb" providerId="AD" clId="Web-{31DD1AD6-49AD-CBE7-7160-FF6F5969E236}" dt="2024-11-13T22:46:45.856" v="0" actId="20577"/>
          <ac:spMkLst>
            <pc:docMk/>
            <pc:sldMk cId="2386078352" sldId="256"/>
            <ac:spMk id="2" creationId="{F8E849DB-96BC-A142-9E14-76ABCE7D5EA8}"/>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BC9C6F-300F-414B-9EAD-D38181770646}" type="doc">
      <dgm:prSet loTypeId="urn:microsoft.com/office/officeart/2018/5/layout/CenteredIconLabelDescriptionList" loCatId="icon" qsTypeId="urn:microsoft.com/office/officeart/2005/8/quickstyle/simple1" qsCatId="simple" csTypeId="urn:microsoft.com/office/officeart/2005/8/colors/accent0_1" csCatId="mainScheme" phldr="1"/>
      <dgm:spPr/>
      <dgm:t>
        <a:bodyPr/>
        <a:lstStyle/>
        <a:p>
          <a:endParaRPr lang="en-US"/>
        </a:p>
      </dgm:t>
    </dgm:pt>
    <dgm:pt modelId="{CAD04188-87AB-4554-BF02-107D96B6549E}">
      <dgm:prSet/>
      <dgm:spPr/>
      <dgm:t>
        <a:bodyPr/>
        <a:lstStyle/>
        <a:p>
          <a:pPr>
            <a:defRPr b="1"/>
          </a:pPr>
          <a:r>
            <a:rPr lang="en-US"/>
            <a:t>Monocrystalline Panels</a:t>
          </a:r>
        </a:p>
      </dgm:t>
    </dgm:pt>
    <dgm:pt modelId="{C0C688CE-1665-4D56-B528-B4493317AABE}" type="parTrans" cxnId="{525285C5-3E70-4D70-80E3-E53B63EE6B2C}">
      <dgm:prSet/>
      <dgm:spPr/>
      <dgm:t>
        <a:bodyPr/>
        <a:lstStyle/>
        <a:p>
          <a:endParaRPr lang="en-US"/>
        </a:p>
      </dgm:t>
    </dgm:pt>
    <dgm:pt modelId="{D9777BDC-D2E9-4594-B54D-94BDD458D8E0}" type="sibTrans" cxnId="{525285C5-3E70-4D70-80E3-E53B63EE6B2C}">
      <dgm:prSet/>
      <dgm:spPr/>
      <dgm:t>
        <a:bodyPr/>
        <a:lstStyle/>
        <a:p>
          <a:endParaRPr lang="en-US"/>
        </a:p>
      </dgm:t>
    </dgm:pt>
    <dgm:pt modelId="{14480543-9645-4397-8DFB-A5A567F33379}">
      <dgm:prSet/>
      <dgm:spPr/>
      <dgm:t>
        <a:bodyPr/>
        <a:lstStyle/>
        <a:p>
          <a:r>
            <a:rPr lang="en-US"/>
            <a:t>Cost: $30,800 to $49,000</a:t>
          </a:r>
        </a:p>
      </dgm:t>
    </dgm:pt>
    <dgm:pt modelId="{02329154-1C72-4728-B250-1594B10B0B51}" type="parTrans" cxnId="{B55E8EC4-6924-432C-8529-D0C73640BCFD}">
      <dgm:prSet/>
      <dgm:spPr/>
      <dgm:t>
        <a:bodyPr/>
        <a:lstStyle/>
        <a:p>
          <a:endParaRPr lang="en-US"/>
        </a:p>
      </dgm:t>
    </dgm:pt>
    <dgm:pt modelId="{C04618A3-8881-478E-971A-016D869B0D12}" type="sibTrans" cxnId="{B55E8EC4-6924-432C-8529-D0C73640BCFD}">
      <dgm:prSet/>
      <dgm:spPr/>
      <dgm:t>
        <a:bodyPr/>
        <a:lstStyle/>
        <a:p>
          <a:endParaRPr lang="en-US"/>
        </a:p>
      </dgm:t>
    </dgm:pt>
    <dgm:pt modelId="{34674B0C-9F07-452B-895D-ACCE58199E2A}">
      <dgm:prSet/>
      <dgm:spPr/>
      <dgm:t>
        <a:bodyPr/>
        <a:lstStyle/>
        <a:p>
          <a:r>
            <a:rPr lang="en-US"/>
            <a:t>Assumption: 26 kW system</a:t>
          </a:r>
        </a:p>
      </dgm:t>
    </dgm:pt>
    <dgm:pt modelId="{56351215-0FC2-4169-8926-B58CD048BC3C}" type="parTrans" cxnId="{A33CF87C-889F-4AF1-82DD-4D9D126D2F1A}">
      <dgm:prSet/>
      <dgm:spPr/>
      <dgm:t>
        <a:bodyPr/>
        <a:lstStyle/>
        <a:p>
          <a:endParaRPr lang="en-US"/>
        </a:p>
      </dgm:t>
    </dgm:pt>
    <dgm:pt modelId="{DFB2BDA7-0CC7-4BF1-9AC1-C2309BBB0380}" type="sibTrans" cxnId="{A33CF87C-889F-4AF1-82DD-4D9D126D2F1A}">
      <dgm:prSet/>
      <dgm:spPr/>
      <dgm:t>
        <a:bodyPr/>
        <a:lstStyle/>
        <a:p>
          <a:endParaRPr lang="en-US"/>
        </a:p>
      </dgm:t>
    </dgm:pt>
    <dgm:pt modelId="{04B1FC41-87A4-4102-BA55-105BEE7D6386}">
      <dgm:prSet/>
      <dgm:spPr/>
      <dgm:t>
        <a:bodyPr/>
        <a:lstStyle/>
        <a:p>
          <a:pPr>
            <a:defRPr b="1"/>
          </a:pPr>
          <a:r>
            <a:rPr lang="en-US"/>
            <a:t>Polycrystalline Panels</a:t>
          </a:r>
        </a:p>
      </dgm:t>
    </dgm:pt>
    <dgm:pt modelId="{458E80D2-7DFD-4E87-844C-1E6F67F5BDFD}" type="parTrans" cxnId="{D55F7731-3B89-4E4F-B175-6B4581363F8D}">
      <dgm:prSet/>
      <dgm:spPr/>
      <dgm:t>
        <a:bodyPr/>
        <a:lstStyle/>
        <a:p>
          <a:endParaRPr lang="en-US"/>
        </a:p>
      </dgm:t>
    </dgm:pt>
    <dgm:pt modelId="{F02FAC2A-99A4-4096-BB5C-C2F54B177FBF}" type="sibTrans" cxnId="{D55F7731-3B89-4E4F-B175-6B4581363F8D}">
      <dgm:prSet/>
      <dgm:spPr/>
      <dgm:t>
        <a:bodyPr/>
        <a:lstStyle/>
        <a:p>
          <a:endParaRPr lang="en-US"/>
        </a:p>
      </dgm:t>
    </dgm:pt>
    <dgm:pt modelId="{D963432B-45B5-44F1-9E6E-DC42298617D0}">
      <dgm:prSet/>
      <dgm:spPr/>
      <dgm:t>
        <a:bodyPr/>
        <a:lstStyle/>
        <a:p>
          <a:r>
            <a:rPr lang="en-US"/>
            <a:t>Cost: $20,600 to $32,000</a:t>
          </a:r>
        </a:p>
      </dgm:t>
    </dgm:pt>
    <dgm:pt modelId="{CEF989B8-0449-478D-9EAE-6867F0D99FA5}" type="parTrans" cxnId="{D2233FDA-328A-4427-AC90-EE4D332D2628}">
      <dgm:prSet/>
      <dgm:spPr/>
      <dgm:t>
        <a:bodyPr/>
        <a:lstStyle/>
        <a:p>
          <a:endParaRPr lang="en-US"/>
        </a:p>
      </dgm:t>
    </dgm:pt>
    <dgm:pt modelId="{DE3559CB-43BF-4C8C-9093-BDBD6D96F875}" type="sibTrans" cxnId="{D2233FDA-328A-4427-AC90-EE4D332D2628}">
      <dgm:prSet/>
      <dgm:spPr/>
      <dgm:t>
        <a:bodyPr/>
        <a:lstStyle/>
        <a:p>
          <a:endParaRPr lang="en-US"/>
        </a:p>
      </dgm:t>
    </dgm:pt>
    <dgm:pt modelId="{2A4B3FA0-520C-4E96-AE26-34C0528A3F60}">
      <dgm:prSet/>
      <dgm:spPr/>
      <dgm:t>
        <a:bodyPr/>
        <a:lstStyle/>
        <a:p>
          <a:r>
            <a:rPr lang="en-US"/>
            <a:t>Assumption: 26 kW system</a:t>
          </a:r>
        </a:p>
      </dgm:t>
    </dgm:pt>
    <dgm:pt modelId="{4F9482E8-0CE3-492D-BC6A-7CCE7417F114}" type="parTrans" cxnId="{F4E9642C-B7ED-4545-BB59-BDE48731DABF}">
      <dgm:prSet/>
      <dgm:spPr/>
      <dgm:t>
        <a:bodyPr/>
        <a:lstStyle/>
        <a:p>
          <a:endParaRPr lang="en-US"/>
        </a:p>
      </dgm:t>
    </dgm:pt>
    <dgm:pt modelId="{0747F874-61CF-44A9-9A0A-9FECA82679BF}" type="sibTrans" cxnId="{F4E9642C-B7ED-4545-BB59-BDE48731DABF}">
      <dgm:prSet/>
      <dgm:spPr/>
      <dgm:t>
        <a:bodyPr/>
        <a:lstStyle/>
        <a:p>
          <a:endParaRPr lang="en-US"/>
        </a:p>
      </dgm:t>
    </dgm:pt>
    <dgm:pt modelId="{0D0B59A0-8FC8-469E-BDAB-8E0E7BE82DF9}" type="pres">
      <dgm:prSet presAssocID="{93BC9C6F-300F-414B-9EAD-D38181770646}" presName="root" presStyleCnt="0">
        <dgm:presLayoutVars>
          <dgm:dir/>
          <dgm:resizeHandles val="exact"/>
        </dgm:presLayoutVars>
      </dgm:prSet>
      <dgm:spPr/>
    </dgm:pt>
    <dgm:pt modelId="{7251C0FD-DB6C-4152-98DB-360F69BCDCC9}" type="pres">
      <dgm:prSet presAssocID="{CAD04188-87AB-4554-BF02-107D96B6549E}" presName="compNode" presStyleCnt="0"/>
      <dgm:spPr/>
    </dgm:pt>
    <dgm:pt modelId="{DA9CE93E-7807-49CA-AC4F-1F3C80407A51}" type="pres">
      <dgm:prSet presAssocID="{CAD04188-87AB-4554-BF02-107D96B6549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lectrician"/>
        </a:ext>
      </dgm:extLst>
    </dgm:pt>
    <dgm:pt modelId="{F71CBD0B-CE83-4A19-A063-1DF60ABDFF41}" type="pres">
      <dgm:prSet presAssocID="{CAD04188-87AB-4554-BF02-107D96B6549E}" presName="iconSpace" presStyleCnt="0"/>
      <dgm:spPr/>
    </dgm:pt>
    <dgm:pt modelId="{861D1D5E-C5E5-4EE9-ADAA-546E1D36BB89}" type="pres">
      <dgm:prSet presAssocID="{CAD04188-87AB-4554-BF02-107D96B6549E}" presName="parTx" presStyleLbl="revTx" presStyleIdx="0" presStyleCnt="4">
        <dgm:presLayoutVars>
          <dgm:chMax val="0"/>
          <dgm:chPref val="0"/>
        </dgm:presLayoutVars>
      </dgm:prSet>
      <dgm:spPr/>
    </dgm:pt>
    <dgm:pt modelId="{1B4ED5AC-5E5C-4F5B-A260-B7754DA989C7}" type="pres">
      <dgm:prSet presAssocID="{CAD04188-87AB-4554-BF02-107D96B6549E}" presName="txSpace" presStyleCnt="0"/>
      <dgm:spPr/>
    </dgm:pt>
    <dgm:pt modelId="{26539AF3-43B9-4701-A185-03172F65ED8D}" type="pres">
      <dgm:prSet presAssocID="{CAD04188-87AB-4554-BF02-107D96B6549E}" presName="desTx" presStyleLbl="revTx" presStyleIdx="1" presStyleCnt="4">
        <dgm:presLayoutVars/>
      </dgm:prSet>
      <dgm:spPr/>
    </dgm:pt>
    <dgm:pt modelId="{7494956C-79E8-43E4-89A8-A319B8078784}" type="pres">
      <dgm:prSet presAssocID="{D9777BDC-D2E9-4594-B54D-94BDD458D8E0}" presName="sibTrans" presStyleCnt="0"/>
      <dgm:spPr/>
    </dgm:pt>
    <dgm:pt modelId="{F452C591-CB34-46F3-A9EA-5377313ED709}" type="pres">
      <dgm:prSet presAssocID="{04B1FC41-87A4-4102-BA55-105BEE7D6386}" presName="compNode" presStyleCnt="0"/>
      <dgm:spPr/>
    </dgm:pt>
    <dgm:pt modelId="{3EBE23A7-8A8B-4146-8FD3-0C7B1246C05C}" type="pres">
      <dgm:prSet presAssocID="{04B1FC41-87A4-4102-BA55-105BEE7D638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ttery Charging"/>
        </a:ext>
      </dgm:extLst>
    </dgm:pt>
    <dgm:pt modelId="{8FD27915-D56A-4BEE-8047-1D3BBCCA2375}" type="pres">
      <dgm:prSet presAssocID="{04B1FC41-87A4-4102-BA55-105BEE7D6386}" presName="iconSpace" presStyleCnt="0"/>
      <dgm:spPr/>
    </dgm:pt>
    <dgm:pt modelId="{DE040B19-DFF5-4FAE-84DC-2BC0FFA4D010}" type="pres">
      <dgm:prSet presAssocID="{04B1FC41-87A4-4102-BA55-105BEE7D6386}" presName="parTx" presStyleLbl="revTx" presStyleIdx="2" presStyleCnt="4">
        <dgm:presLayoutVars>
          <dgm:chMax val="0"/>
          <dgm:chPref val="0"/>
        </dgm:presLayoutVars>
      </dgm:prSet>
      <dgm:spPr/>
    </dgm:pt>
    <dgm:pt modelId="{883988D1-ECE1-492E-A02D-D5D4582AF5EE}" type="pres">
      <dgm:prSet presAssocID="{04B1FC41-87A4-4102-BA55-105BEE7D6386}" presName="txSpace" presStyleCnt="0"/>
      <dgm:spPr/>
    </dgm:pt>
    <dgm:pt modelId="{A2CD090D-B779-424F-BF9B-3DDAF8888410}" type="pres">
      <dgm:prSet presAssocID="{04B1FC41-87A4-4102-BA55-105BEE7D6386}" presName="desTx" presStyleLbl="revTx" presStyleIdx="3" presStyleCnt="4">
        <dgm:presLayoutVars/>
      </dgm:prSet>
      <dgm:spPr/>
    </dgm:pt>
  </dgm:ptLst>
  <dgm:cxnLst>
    <dgm:cxn modelId="{C49D3518-1399-4AFB-B341-CCD1C953ABF4}" type="presOf" srcId="{14480543-9645-4397-8DFB-A5A567F33379}" destId="{26539AF3-43B9-4701-A185-03172F65ED8D}" srcOrd="0" destOrd="0" presId="urn:microsoft.com/office/officeart/2018/5/layout/CenteredIconLabelDescriptionList"/>
    <dgm:cxn modelId="{F4E9642C-B7ED-4545-BB59-BDE48731DABF}" srcId="{04B1FC41-87A4-4102-BA55-105BEE7D6386}" destId="{2A4B3FA0-520C-4E96-AE26-34C0528A3F60}" srcOrd="1" destOrd="0" parTransId="{4F9482E8-0CE3-492D-BC6A-7CCE7417F114}" sibTransId="{0747F874-61CF-44A9-9A0A-9FECA82679BF}"/>
    <dgm:cxn modelId="{D55F7731-3B89-4E4F-B175-6B4581363F8D}" srcId="{93BC9C6F-300F-414B-9EAD-D38181770646}" destId="{04B1FC41-87A4-4102-BA55-105BEE7D6386}" srcOrd="1" destOrd="0" parTransId="{458E80D2-7DFD-4E87-844C-1E6F67F5BDFD}" sibTransId="{F02FAC2A-99A4-4096-BB5C-C2F54B177FBF}"/>
    <dgm:cxn modelId="{A53EC331-FDDC-4799-B2EF-64174C25919C}" type="presOf" srcId="{04B1FC41-87A4-4102-BA55-105BEE7D6386}" destId="{DE040B19-DFF5-4FAE-84DC-2BC0FFA4D010}" srcOrd="0" destOrd="0" presId="urn:microsoft.com/office/officeart/2018/5/layout/CenteredIconLabelDescriptionList"/>
    <dgm:cxn modelId="{7B2E1D6D-CC72-4C93-892B-3D8CC8B59206}" type="presOf" srcId="{2A4B3FA0-520C-4E96-AE26-34C0528A3F60}" destId="{A2CD090D-B779-424F-BF9B-3DDAF8888410}" srcOrd="0" destOrd="1" presId="urn:microsoft.com/office/officeart/2018/5/layout/CenteredIconLabelDescriptionList"/>
    <dgm:cxn modelId="{403FF276-109C-4CBC-A895-EAD9B22008E9}" type="presOf" srcId="{34674B0C-9F07-452B-895D-ACCE58199E2A}" destId="{26539AF3-43B9-4701-A185-03172F65ED8D}" srcOrd="0" destOrd="1" presId="urn:microsoft.com/office/officeart/2018/5/layout/CenteredIconLabelDescriptionList"/>
    <dgm:cxn modelId="{A33CF87C-889F-4AF1-82DD-4D9D126D2F1A}" srcId="{CAD04188-87AB-4554-BF02-107D96B6549E}" destId="{34674B0C-9F07-452B-895D-ACCE58199E2A}" srcOrd="1" destOrd="0" parTransId="{56351215-0FC2-4169-8926-B58CD048BC3C}" sibTransId="{DFB2BDA7-0CC7-4BF1-9AC1-C2309BBB0380}"/>
    <dgm:cxn modelId="{097D6AB2-2B88-4E81-B9F1-D869699B1C58}" type="presOf" srcId="{D963432B-45B5-44F1-9E6E-DC42298617D0}" destId="{A2CD090D-B779-424F-BF9B-3DDAF8888410}" srcOrd="0" destOrd="0" presId="urn:microsoft.com/office/officeart/2018/5/layout/CenteredIconLabelDescriptionList"/>
    <dgm:cxn modelId="{B55E8EC4-6924-432C-8529-D0C73640BCFD}" srcId="{CAD04188-87AB-4554-BF02-107D96B6549E}" destId="{14480543-9645-4397-8DFB-A5A567F33379}" srcOrd="0" destOrd="0" parTransId="{02329154-1C72-4728-B250-1594B10B0B51}" sibTransId="{C04618A3-8881-478E-971A-016D869B0D12}"/>
    <dgm:cxn modelId="{525285C5-3E70-4D70-80E3-E53B63EE6B2C}" srcId="{93BC9C6F-300F-414B-9EAD-D38181770646}" destId="{CAD04188-87AB-4554-BF02-107D96B6549E}" srcOrd="0" destOrd="0" parTransId="{C0C688CE-1665-4D56-B528-B4493317AABE}" sibTransId="{D9777BDC-D2E9-4594-B54D-94BDD458D8E0}"/>
    <dgm:cxn modelId="{30BE77C8-C357-4686-AB9B-F3403B5FA4B9}" type="presOf" srcId="{93BC9C6F-300F-414B-9EAD-D38181770646}" destId="{0D0B59A0-8FC8-469E-BDAB-8E0E7BE82DF9}" srcOrd="0" destOrd="0" presId="urn:microsoft.com/office/officeart/2018/5/layout/CenteredIconLabelDescriptionList"/>
    <dgm:cxn modelId="{D2233FDA-328A-4427-AC90-EE4D332D2628}" srcId="{04B1FC41-87A4-4102-BA55-105BEE7D6386}" destId="{D963432B-45B5-44F1-9E6E-DC42298617D0}" srcOrd="0" destOrd="0" parTransId="{CEF989B8-0449-478D-9EAE-6867F0D99FA5}" sibTransId="{DE3559CB-43BF-4C8C-9093-BDBD6D96F875}"/>
    <dgm:cxn modelId="{1C1CEBF7-6ACB-43FB-90D7-0B59F5D974CC}" type="presOf" srcId="{CAD04188-87AB-4554-BF02-107D96B6549E}" destId="{861D1D5E-C5E5-4EE9-ADAA-546E1D36BB89}" srcOrd="0" destOrd="0" presId="urn:microsoft.com/office/officeart/2018/5/layout/CenteredIconLabelDescriptionList"/>
    <dgm:cxn modelId="{3D9BF83F-C754-4512-8430-D948882E1368}" type="presParOf" srcId="{0D0B59A0-8FC8-469E-BDAB-8E0E7BE82DF9}" destId="{7251C0FD-DB6C-4152-98DB-360F69BCDCC9}" srcOrd="0" destOrd="0" presId="urn:microsoft.com/office/officeart/2018/5/layout/CenteredIconLabelDescriptionList"/>
    <dgm:cxn modelId="{F82A8C0D-6099-45FB-BFB7-07AB87DF17D4}" type="presParOf" srcId="{7251C0FD-DB6C-4152-98DB-360F69BCDCC9}" destId="{DA9CE93E-7807-49CA-AC4F-1F3C80407A51}" srcOrd="0" destOrd="0" presId="urn:microsoft.com/office/officeart/2018/5/layout/CenteredIconLabelDescriptionList"/>
    <dgm:cxn modelId="{7445C979-3FB6-44F3-9A2C-C42A4BE1E84D}" type="presParOf" srcId="{7251C0FD-DB6C-4152-98DB-360F69BCDCC9}" destId="{F71CBD0B-CE83-4A19-A063-1DF60ABDFF41}" srcOrd="1" destOrd="0" presId="urn:microsoft.com/office/officeart/2018/5/layout/CenteredIconLabelDescriptionList"/>
    <dgm:cxn modelId="{EB53F7F2-4F81-49B3-AFAE-E4468BB65D3B}" type="presParOf" srcId="{7251C0FD-DB6C-4152-98DB-360F69BCDCC9}" destId="{861D1D5E-C5E5-4EE9-ADAA-546E1D36BB89}" srcOrd="2" destOrd="0" presId="urn:microsoft.com/office/officeart/2018/5/layout/CenteredIconLabelDescriptionList"/>
    <dgm:cxn modelId="{79148F1F-305F-4DBB-8EEC-2DA00CF39246}" type="presParOf" srcId="{7251C0FD-DB6C-4152-98DB-360F69BCDCC9}" destId="{1B4ED5AC-5E5C-4F5B-A260-B7754DA989C7}" srcOrd="3" destOrd="0" presId="urn:microsoft.com/office/officeart/2018/5/layout/CenteredIconLabelDescriptionList"/>
    <dgm:cxn modelId="{6C8EE131-DE14-4EA1-9D86-398255847687}" type="presParOf" srcId="{7251C0FD-DB6C-4152-98DB-360F69BCDCC9}" destId="{26539AF3-43B9-4701-A185-03172F65ED8D}" srcOrd="4" destOrd="0" presId="urn:microsoft.com/office/officeart/2018/5/layout/CenteredIconLabelDescriptionList"/>
    <dgm:cxn modelId="{D2E0DED9-9837-43FC-8634-F173585AF0C5}" type="presParOf" srcId="{0D0B59A0-8FC8-469E-BDAB-8E0E7BE82DF9}" destId="{7494956C-79E8-43E4-89A8-A319B8078784}" srcOrd="1" destOrd="0" presId="urn:microsoft.com/office/officeart/2018/5/layout/CenteredIconLabelDescriptionList"/>
    <dgm:cxn modelId="{B5D31F3A-059F-4B36-A714-BCD190A64B71}" type="presParOf" srcId="{0D0B59A0-8FC8-469E-BDAB-8E0E7BE82DF9}" destId="{F452C591-CB34-46F3-A9EA-5377313ED709}" srcOrd="2" destOrd="0" presId="urn:microsoft.com/office/officeart/2018/5/layout/CenteredIconLabelDescriptionList"/>
    <dgm:cxn modelId="{BD7FECFB-50CE-4BC6-893F-B617E890F803}" type="presParOf" srcId="{F452C591-CB34-46F3-A9EA-5377313ED709}" destId="{3EBE23A7-8A8B-4146-8FD3-0C7B1246C05C}" srcOrd="0" destOrd="0" presId="urn:microsoft.com/office/officeart/2018/5/layout/CenteredIconLabelDescriptionList"/>
    <dgm:cxn modelId="{12355BDE-F41A-44A2-B285-CED7B8860F79}" type="presParOf" srcId="{F452C591-CB34-46F3-A9EA-5377313ED709}" destId="{8FD27915-D56A-4BEE-8047-1D3BBCCA2375}" srcOrd="1" destOrd="0" presId="urn:microsoft.com/office/officeart/2018/5/layout/CenteredIconLabelDescriptionList"/>
    <dgm:cxn modelId="{AC12082C-55CE-4D70-BAAD-D1D2F3928CEA}" type="presParOf" srcId="{F452C591-CB34-46F3-A9EA-5377313ED709}" destId="{DE040B19-DFF5-4FAE-84DC-2BC0FFA4D010}" srcOrd="2" destOrd="0" presId="urn:microsoft.com/office/officeart/2018/5/layout/CenteredIconLabelDescriptionList"/>
    <dgm:cxn modelId="{BC6212DB-7DA7-4CCA-B92A-AAB4E401ECDB}" type="presParOf" srcId="{F452C591-CB34-46F3-A9EA-5377313ED709}" destId="{883988D1-ECE1-492E-A02D-D5D4582AF5EE}" srcOrd="3" destOrd="0" presId="urn:microsoft.com/office/officeart/2018/5/layout/CenteredIconLabelDescriptionList"/>
    <dgm:cxn modelId="{854BAD9B-5A49-45DF-BB2E-A5F10D1B37F9}" type="presParOf" srcId="{F452C591-CB34-46F3-A9EA-5377313ED709}" destId="{A2CD090D-B779-424F-BF9B-3DDAF8888410}"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CE93E-7807-49CA-AC4F-1F3C80407A51}">
      <dsp:nvSpPr>
        <dsp:cNvPr id="0" name=""/>
        <dsp:cNvSpPr/>
      </dsp:nvSpPr>
      <dsp:spPr>
        <a:xfrm>
          <a:off x="2222514" y="639327"/>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1D1D5E-C5E5-4EE9-ADAA-546E1D36BB89}">
      <dsp:nvSpPr>
        <dsp:cNvPr id="0" name=""/>
        <dsp:cNvSpPr/>
      </dsp:nvSpPr>
      <dsp:spPr>
        <a:xfrm>
          <a:off x="818514" y="227648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90000"/>
            </a:lnSpc>
            <a:spcBef>
              <a:spcPct val="0"/>
            </a:spcBef>
            <a:spcAft>
              <a:spcPct val="35000"/>
            </a:spcAft>
            <a:buNone/>
            <a:defRPr b="1"/>
          </a:pPr>
          <a:r>
            <a:rPr lang="en-US" sz="3300" kern="1200"/>
            <a:t>Monocrystalline Panels</a:t>
          </a:r>
        </a:p>
      </dsp:txBody>
      <dsp:txXfrm>
        <a:off x="818514" y="2276482"/>
        <a:ext cx="4320000" cy="648000"/>
      </dsp:txXfrm>
    </dsp:sp>
    <dsp:sp modelId="{26539AF3-43B9-4701-A185-03172F65ED8D}">
      <dsp:nvSpPr>
        <dsp:cNvPr id="0" name=""/>
        <dsp:cNvSpPr/>
      </dsp:nvSpPr>
      <dsp:spPr>
        <a:xfrm>
          <a:off x="818514" y="2982694"/>
          <a:ext cx="4320000" cy="5672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Cost: $30,800 to $49,000</a:t>
          </a:r>
        </a:p>
        <a:p>
          <a:pPr marL="0" lvl="0" indent="0" algn="ctr" defTabSz="755650">
            <a:lnSpc>
              <a:spcPct val="90000"/>
            </a:lnSpc>
            <a:spcBef>
              <a:spcPct val="0"/>
            </a:spcBef>
            <a:spcAft>
              <a:spcPct val="35000"/>
            </a:spcAft>
            <a:buNone/>
          </a:pPr>
          <a:r>
            <a:rPr lang="en-US" sz="1700" kern="1200"/>
            <a:t>Assumption: 26 kW system</a:t>
          </a:r>
        </a:p>
      </dsp:txBody>
      <dsp:txXfrm>
        <a:off x="818514" y="2982694"/>
        <a:ext cx="4320000" cy="567207"/>
      </dsp:txXfrm>
    </dsp:sp>
    <dsp:sp modelId="{3EBE23A7-8A8B-4146-8FD3-0C7B1246C05C}">
      <dsp:nvSpPr>
        <dsp:cNvPr id="0" name=""/>
        <dsp:cNvSpPr/>
      </dsp:nvSpPr>
      <dsp:spPr>
        <a:xfrm>
          <a:off x="7298514" y="639327"/>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040B19-DFF5-4FAE-84DC-2BC0FFA4D010}">
      <dsp:nvSpPr>
        <dsp:cNvPr id="0" name=""/>
        <dsp:cNvSpPr/>
      </dsp:nvSpPr>
      <dsp:spPr>
        <a:xfrm>
          <a:off x="5894514" y="227648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66850">
            <a:lnSpc>
              <a:spcPct val="90000"/>
            </a:lnSpc>
            <a:spcBef>
              <a:spcPct val="0"/>
            </a:spcBef>
            <a:spcAft>
              <a:spcPct val="35000"/>
            </a:spcAft>
            <a:buNone/>
            <a:defRPr b="1"/>
          </a:pPr>
          <a:r>
            <a:rPr lang="en-US" sz="3300" kern="1200"/>
            <a:t>Polycrystalline Panels</a:t>
          </a:r>
        </a:p>
      </dsp:txBody>
      <dsp:txXfrm>
        <a:off x="5894514" y="2276482"/>
        <a:ext cx="4320000" cy="648000"/>
      </dsp:txXfrm>
    </dsp:sp>
    <dsp:sp modelId="{A2CD090D-B779-424F-BF9B-3DDAF8888410}">
      <dsp:nvSpPr>
        <dsp:cNvPr id="0" name=""/>
        <dsp:cNvSpPr/>
      </dsp:nvSpPr>
      <dsp:spPr>
        <a:xfrm>
          <a:off x="5894514" y="2982694"/>
          <a:ext cx="4320000" cy="5672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Cost: $20,600 to $32,000</a:t>
          </a:r>
        </a:p>
        <a:p>
          <a:pPr marL="0" lvl="0" indent="0" algn="ctr" defTabSz="755650">
            <a:lnSpc>
              <a:spcPct val="90000"/>
            </a:lnSpc>
            <a:spcBef>
              <a:spcPct val="0"/>
            </a:spcBef>
            <a:spcAft>
              <a:spcPct val="35000"/>
            </a:spcAft>
            <a:buNone/>
          </a:pPr>
          <a:r>
            <a:rPr lang="en-US" sz="1700" kern="1200"/>
            <a:t>Assumption: 26 kW system</a:t>
          </a:r>
        </a:p>
      </dsp:txBody>
      <dsp:txXfrm>
        <a:off x="5894514" y="2982694"/>
        <a:ext cx="4320000" cy="567207"/>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F0695-1B65-419A-95B2-0C89347EE414}" type="datetimeFigureOut">
              <a:t>11/28/2024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A9D1B4-987D-4CC5-88C5-4E81E172F702}" type="slidenum">
              <a:t>‹#›</a:t>
            </a:fld>
            <a:endParaRPr lang="en-US"/>
          </a:p>
        </p:txBody>
      </p:sp>
    </p:spTree>
    <p:extLst>
      <p:ext uri="{BB962C8B-B14F-4D97-AF65-F5344CB8AC3E}">
        <p14:creationId xmlns:p14="http://schemas.microsoft.com/office/powerpoint/2010/main" val="348722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presentation was automatically generated by PowerPoint Copilot based on content found in this document:
https://microsoft.sharepoint.com/teams/ContosoGreenEnergy/_layouts/15/Doc.aspx?sourcedoc=%7B0DB5FDFC-3C83-40EF-B674-2899F2E1B117%7D&amp;file=Contoso%20A300%20Solar%20Panel%20Array.docx&amp;action=default&amp;mobileredirect=true&amp;DefaultItemOpen=1
AI-generated content may be incorrect.</a:t>
            </a:r>
          </a:p>
        </p:txBody>
      </p:sp>
      <p:sp>
        <p:nvSpPr>
          <p:cNvPr id="4" name="Slide Number Placeholder 3"/>
          <p:cNvSpPr>
            <a:spLocks noGrp="1"/>
          </p:cNvSpPr>
          <p:nvPr>
            <p:ph type="sldNum" sz="quarter" idx="5"/>
          </p:nvPr>
        </p:nvSpPr>
        <p:spPr/>
        <p:txBody>
          <a:bodyPr/>
          <a:lstStyle/>
          <a:p>
            <a:fld id="{4F5F6581-A4FA-420F-87E1-8224D343FA9B}" type="slidenum">
              <a:t>1</a:t>
            </a:fld>
            <a:endParaRPr lang="en-US"/>
          </a:p>
        </p:txBody>
      </p:sp>
    </p:spTree>
    <p:extLst>
      <p:ext uri="{BB962C8B-B14F-4D97-AF65-F5344CB8AC3E}">
        <p14:creationId xmlns:p14="http://schemas.microsoft.com/office/powerpoint/2010/main" val="4029594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 Purpose of the Document
* Solar Panel Specifications
    * Panel Types
    * Efficiency Metrics
* Installation Guidelines
    * Site Assessment
    * Mounting the Panels
    * Electrical Connections
* Maintenance Tips
    * Cleaning and Inspection
    * Professional Maintenance
* Environmental Benefits
* Cost Savings Over Time
* MSRP Pricing and Discount Structure
    * Base Prices
    * Average Pricing for a 3400 Square Foot Home
    * Discounts and Incentives
* Comparison of Panel Types
* Diagrams for Clarity
    * Comparison of Panel Types
    * Solar Panel Installation
* Summary of Benefits
</a:t>
            </a:r>
          </a:p>
        </p:txBody>
      </p:sp>
      <p:sp>
        <p:nvSpPr>
          <p:cNvPr id="4" name="Slide Number Placeholder 3"/>
          <p:cNvSpPr>
            <a:spLocks noGrp="1"/>
          </p:cNvSpPr>
          <p:nvPr>
            <p:ph type="sldNum" sz="quarter" idx="5"/>
          </p:nvPr>
        </p:nvSpPr>
        <p:spPr/>
        <p:txBody>
          <a:bodyPr/>
          <a:lstStyle/>
          <a:p>
            <a:fld id="{4F5F6581-A4FA-420F-87E1-8224D343FA9B}" type="slidenum">
              <a:t>2</a:t>
            </a:fld>
            <a:endParaRPr lang="en-US"/>
          </a:p>
        </p:txBody>
      </p:sp>
    </p:spTree>
    <p:extLst>
      <p:ext uri="{BB962C8B-B14F-4D97-AF65-F5344CB8AC3E}">
        <p14:creationId xmlns:p14="http://schemas.microsoft.com/office/powerpoint/2010/main" val="2329821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the specifications for a medium residential roof-mounted solar panel array, including efficiency, installation, maintenance, environmental benefits, cost savings, and a comparison of monocrystalline and polycrystalline panels.
Original Content:
This document provides a detailed specification for a medium residential roof-mounted solar panel array. It covers efficiency metrics, installation guidelines, maintenance tips, environmental benefits, and potential cost savings over time. Additionally, it offers a comparison between monocrystalline and polycrystalline solar panels to help homeowners make an informed decision.
</a:t>
            </a:r>
          </a:p>
        </p:txBody>
      </p:sp>
      <p:sp>
        <p:nvSpPr>
          <p:cNvPr id="4" name="Slide Number Placeholder 3"/>
          <p:cNvSpPr>
            <a:spLocks noGrp="1"/>
          </p:cNvSpPr>
          <p:nvPr>
            <p:ph type="sldNum" sz="quarter" idx="5"/>
          </p:nvPr>
        </p:nvSpPr>
        <p:spPr/>
        <p:txBody>
          <a:bodyPr/>
          <a:lstStyle/>
          <a:p>
            <a:fld id="{4F5F6581-A4FA-420F-87E1-8224D343FA9B}" type="slidenum">
              <a:t>3</a:t>
            </a:fld>
            <a:endParaRPr lang="en-US"/>
          </a:p>
        </p:txBody>
      </p:sp>
    </p:spTree>
    <p:extLst>
      <p:ext uri="{BB962C8B-B14F-4D97-AF65-F5344CB8AC3E}">
        <p14:creationId xmlns:p14="http://schemas.microsoft.com/office/powerpoint/2010/main" val="396884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solar panels are made from a single crystal structure and have an efficiency rate of 15-20%. Polycrystalline panels are composed of multiple silicon crystals, are less expensive, and have an efficiency rate of 13-16%.
Original Content:
·         Monocrystalline Solar Panels: Made from a single crystal structure, these panels are known for their high efficiency and sleek appearance. They typically have an efficiency rate of 15-20%.
·         Polycrystalline Solar Panels: Composed of multiple silicon crystals, these panels are generally less expensive but also slightly less efficient, with an efficiency rate of 13-16%.
</a:t>
            </a:r>
          </a:p>
        </p:txBody>
      </p:sp>
      <p:sp>
        <p:nvSpPr>
          <p:cNvPr id="4" name="Slide Number Placeholder 3"/>
          <p:cNvSpPr>
            <a:spLocks noGrp="1"/>
          </p:cNvSpPr>
          <p:nvPr>
            <p:ph type="sldNum" sz="quarter" idx="5"/>
          </p:nvPr>
        </p:nvSpPr>
        <p:spPr/>
        <p:txBody>
          <a:bodyPr/>
          <a:lstStyle/>
          <a:p>
            <a:fld id="{4F5F6581-A4FA-420F-87E1-8224D343FA9B}" type="slidenum">
              <a:t>4</a:t>
            </a:fld>
            <a:endParaRPr lang="en-US"/>
          </a:p>
        </p:txBody>
      </p:sp>
    </p:spTree>
    <p:extLst>
      <p:ext uri="{BB962C8B-B14F-4D97-AF65-F5344CB8AC3E}">
        <p14:creationId xmlns:p14="http://schemas.microsoft.com/office/powerpoint/2010/main" val="3771489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offer higher efficiency (15-20%) compared to polycrystalline (13-16%). They also perform better in high temperatures and often come with longer warranties. Both types have a lifespan of 25-30 years.
Original Content:
·         Energy Conversion Efficiency: This indicates the percentage of sunlight that can be converted into usable electricity. Monocrystalline panels typically offer higher efficiency rates (15-20%) compared to polycrystalline panels (13-16%).
·         Temperature Coefficient: This metric measures how well the panel performs in high temperatures. Monocrystalline panels generally have a lower temperature coefficient, making them more efficient in hot climates.
·         Durability and Lifespan: Both panel types are built to last, with a typical lifespan of 25-30 years. However, monocrystalline panels often come with a longer warranty period.
</a:t>
            </a:r>
          </a:p>
        </p:txBody>
      </p:sp>
      <p:sp>
        <p:nvSpPr>
          <p:cNvPr id="4" name="Slide Number Placeholder 3"/>
          <p:cNvSpPr>
            <a:spLocks noGrp="1"/>
          </p:cNvSpPr>
          <p:nvPr>
            <p:ph type="sldNum" sz="quarter" idx="5"/>
          </p:nvPr>
        </p:nvSpPr>
        <p:spPr/>
        <p:txBody>
          <a:bodyPr/>
          <a:lstStyle/>
          <a:p>
            <a:fld id="{4F5F6581-A4FA-420F-87E1-8224D343FA9B}" type="slidenum">
              <a:t>5</a:t>
            </a:fld>
            <a:endParaRPr lang="en-US"/>
          </a:p>
        </p:txBody>
      </p:sp>
    </p:spTree>
    <p:extLst>
      <p:ext uri="{BB962C8B-B14F-4D97-AF65-F5344CB8AC3E}">
        <p14:creationId xmlns:p14="http://schemas.microsoft.com/office/powerpoint/2010/main" val="1915265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installing solar panels, analyze your roof structure to ensure it can support the weight. Evaluate the roof's orientation and tilt for maximum sunlight exposure, and identify any shading issues from nearby trees or buildings.
Original Content:
·         Conduct a thorough analysis of your roof structure to ensure it can support the additional weight of the solar panels.
·         Evaluate the roof's orientation and tilt angle to maximize sunlight exposure.
·         Identify any potential shading issues from nearby trees or buildings.
</a:t>
            </a:r>
          </a:p>
        </p:txBody>
      </p:sp>
      <p:sp>
        <p:nvSpPr>
          <p:cNvPr id="4" name="Slide Number Placeholder 3"/>
          <p:cNvSpPr>
            <a:spLocks noGrp="1"/>
          </p:cNvSpPr>
          <p:nvPr>
            <p:ph type="sldNum" sz="quarter" idx="5"/>
          </p:nvPr>
        </p:nvSpPr>
        <p:spPr/>
        <p:txBody>
          <a:bodyPr/>
          <a:lstStyle/>
          <a:p>
            <a:fld id="{4F5F6581-A4FA-420F-87E1-8224D343FA9B}" type="slidenum">
              <a:t>6</a:t>
            </a:fld>
            <a:endParaRPr lang="en-US"/>
          </a:p>
        </p:txBody>
      </p:sp>
    </p:spTree>
    <p:extLst>
      <p:ext uri="{BB962C8B-B14F-4D97-AF65-F5344CB8AC3E}">
        <p14:creationId xmlns:p14="http://schemas.microsoft.com/office/powerpoint/2010/main" val="2834777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effective solar panel installation, use a sturdy mounting system, install panels at a 30-45 degree tilt angle, and ensure proper spacing for thermal expansion and ventilation.
Original Content:
·         Use a sturdy mounting system that can withstand local weather conditions, including high winds and heavy snow loads.
·         Install the panels at an optimal tilt angle (typically between 30-45 degrees) to maximize solar exposure.
·         Ensure proper spacing between panels to allow for thermal expansion and adequate ventilation.
</a:t>
            </a:r>
          </a:p>
        </p:txBody>
      </p:sp>
      <p:sp>
        <p:nvSpPr>
          <p:cNvPr id="4" name="Slide Number Placeholder 3"/>
          <p:cNvSpPr>
            <a:spLocks noGrp="1"/>
          </p:cNvSpPr>
          <p:nvPr>
            <p:ph type="sldNum" sz="quarter" idx="5"/>
          </p:nvPr>
        </p:nvSpPr>
        <p:spPr/>
        <p:txBody>
          <a:bodyPr/>
          <a:lstStyle/>
          <a:p>
            <a:fld id="{4F5F6581-A4FA-420F-87E1-8224D343FA9B}" type="slidenum">
              <a:t>7</a:t>
            </a:fld>
            <a:endParaRPr lang="en-US"/>
          </a:p>
        </p:txBody>
      </p:sp>
    </p:spTree>
    <p:extLst>
      <p:ext uri="{BB962C8B-B14F-4D97-AF65-F5344CB8AC3E}">
        <p14:creationId xmlns:p14="http://schemas.microsoft.com/office/powerpoint/2010/main" val="430993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install solar panels, hire a certified electrician for safety and compliance. Install an inverter to convert DC to AC electricity. Consider a battery storage system for energy use during non-sunny periods.
Original Content:
·         Hire a certified electrician to handle the electrical connections to ensure safety and compliance with local codes.
·         Install an inverter to convert the DC electricity generated by the panels into AC electricity for home use.
·         Consider installing a battery storage system for energy storage and use during non-sunny periods.
</a:t>
            </a:r>
          </a:p>
        </p:txBody>
      </p:sp>
      <p:sp>
        <p:nvSpPr>
          <p:cNvPr id="4" name="Slide Number Placeholder 3"/>
          <p:cNvSpPr>
            <a:spLocks noGrp="1"/>
          </p:cNvSpPr>
          <p:nvPr>
            <p:ph type="sldNum" sz="quarter" idx="5"/>
          </p:nvPr>
        </p:nvSpPr>
        <p:spPr/>
        <p:txBody>
          <a:bodyPr/>
          <a:lstStyle/>
          <a:p>
            <a:fld id="{4F5F6581-A4FA-420F-87E1-8224D343FA9B}" type="slidenum">
              <a:t>8</a:t>
            </a:fld>
            <a:endParaRPr lang="en-US"/>
          </a:p>
        </p:txBody>
      </p:sp>
    </p:spTree>
    <p:extLst>
      <p:ext uri="{BB962C8B-B14F-4D97-AF65-F5344CB8AC3E}">
        <p14:creationId xmlns:p14="http://schemas.microsoft.com/office/powerpoint/2010/main" val="852865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maintain solar panels, regularly clean them to remove dirt and debris. Inspect for damage, especially after severe weather, and periodically check electrical connections to ensure they are functioning correctly.
Original Content:
·         Regularly clean the panels to remove dirt, dust, and debris that can reduce efficiency.
·         Inspect the panels and mounting system for any signs of damage or wear, especially after severe weather events.
·         Check the electrical connections and inverter periodically to ensure they are functioning correctly.
</a:t>
            </a:r>
          </a:p>
        </p:txBody>
      </p:sp>
      <p:sp>
        <p:nvSpPr>
          <p:cNvPr id="4" name="Slide Number Placeholder 3"/>
          <p:cNvSpPr>
            <a:spLocks noGrp="1"/>
          </p:cNvSpPr>
          <p:nvPr>
            <p:ph type="sldNum" sz="quarter" idx="5"/>
          </p:nvPr>
        </p:nvSpPr>
        <p:spPr/>
        <p:txBody>
          <a:bodyPr/>
          <a:lstStyle/>
          <a:p>
            <a:fld id="{4F5F6581-A4FA-420F-87E1-8224D343FA9B}" type="slidenum">
              <a:t>9</a:t>
            </a:fld>
            <a:endParaRPr lang="en-US"/>
          </a:p>
        </p:txBody>
      </p:sp>
    </p:spTree>
    <p:extLst>
      <p:ext uri="{BB962C8B-B14F-4D97-AF65-F5344CB8AC3E}">
        <p14:creationId xmlns:p14="http://schemas.microsoft.com/office/powerpoint/2010/main" val="2867160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Schedule professional inspections and maintenance at least once a year to ensure optimal performance. This helps identify potential issues early and includes thorough checks and necessary repairs by certified technicians.
Original Content:
·         Schedule professional inspections and maintenance at least once a year to ensure optimal performance.
</a:t>
            </a:r>
          </a:p>
        </p:txBody>
      </p:sp>
      <p:sp>
        <p:nvSpPr>
          <p:cNvPr id="4" name="Slide Number Placeholder 3"/>
          <p:cNvSpPr>
            <a:spLocks noGrp="1"/>
          </p:cNvSpPr>
          <p:nvPr>
            <p:ph type="sldNum" sz="quarter" idx="5"/>
          </p:nvPr>
        </p:nvSpPr>
        <p:spPr/>
        <p:txBody>
          <a:bodyPr/>
          <a:lstStyle/>
          <a:p>
            <a:fld id="{4F5F6581-A4FA-420F-87E1-8224D343FA9B}" type="slidenum">
              <a:t>10</a:t>
            </a:fld>
            <a:endParaRPr lang="en-US"/>
          </a:p>
        </p:txBody>
      </p:sp>
    </p:spTree>
    <p:extLst>
      <p:ext uri="{BB962C8B-B14F-4D97-AF65-F5344CB8AC3E}">
        <p14:creationId xmlns:p14="http://schemas.microsoft.com/office/powerpoint/2010/main" val="3555844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Solar energy offers numerous benefits including reducing carbon footprint, promoting energy independence, and providing a sustainable investment. Solar panels generate clean energy, reduce reliance on fossil fuels, and lower greenhouse gas emissions. By generating your own electricity, you contribute to energy security and reduce grid dependence. Solar energy is abundant and environmentally friendly.
Original Content:
·         Reduction in Carbon Footprint: Solar panels produce clean, renewable energy, reducing reliance on fossil fuels and lowering greenhouse gas emissions.
·         Energy Independence: By generating your own electricity, you reduce dependence on the grid and contribute to energy security.
·         Sustainable Investment: Solar energy is an abundant resource that can be harnessed without depleting natural resources or harming the environment.
</a:t>
            </a:r>
          </a:p>
        </p:txBody>
      </p:sp>
      <p:sp>
        <p:nvSpPr>
          <p:cNvPr id="4" name="Slide Number Placeholder 3"/>
          <p:cNvSpPr>
            <a:spLocks noGrp="1"/>
          </p:cNvSpPr>
          <p:nvPr>
            <p:ph type="sldNum" sz="quarter" idx="5"/>
          </p:nvPr>
        </p:nvSpPr>
        <p:spPr/>
        <p:txBody>
          <a:bodyPr/>
          <a:lstStyle/>
          <a:p>
            <a:fld id="{4F5F6581-A4FA-420F-87E1-8224D343FA9B}" type="slidenum">
              <a:t>11</a:t>
            </a:fld>
            <a:endParaRPr lang="en-US"/>
          </a:p>
        </p:txBody>
      </p:sp>
    </p:spTree>
    <p:extLst>
      <p:ext uri="{BB962C8B-B14F-4D97-AF65-F5344CB8AC3E}">
        <p14:creationId xmlns:p14="http://schemas.microsoft.com/office/powerpoint/2010/main" val="3231926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Installing solar panels offers several benefits. Although the initial investment can be high, incentives and tax credits help. They reduce energy bills, provide a return on investment within 5-10 years, and increase home value.
Original Content:
·         Initial Investment: While the upfront cost of solar panels can be significant, various incentives and tax credits are available to reduce the financial burden.
·         Energy Bill Savings: Solar panels can significantly reduce or even eliminate your monthly electricity bills, leading to substantial savings over time.
·         Return on Investment: Most homeowners see a return on investment within 5-10 years, with continued savings for the lifespan of the system.
·         Increased Home Value: Installing solar panels can increase your home's market value, making it more attractive to potential buyers.
</a:t>
            </a:r>
          </a:p>
        </p:txBody>
      </p:sp>
      <p:sp>
        <p:nvSpPr>
          <p:cNvPr id="4" name="Slide Number Placeholder 3"/>
          <p:cNvSpPr>
            <a:spLocks noGrp="1"/>
          </p:cNvSpPr>
          <p:nvPr>
            <p:ph type="sldNum" sz="quarter" idx="5"/>
          </p:nvPr>
        </p:nvSpPr>
        <p:spPr/>
        <p:txBody>
          <a:bodyPr/>
          <a:lstStyle/>
          <a:p>
            <a:fld id="{4F5F6581-A4FA-420F-87E1-8224D343FA9B}" type="slidenum">
              <a:t>12</a:t>
            </a:fld>
            <a:endParaRPr lang="en-US"/>
          </a:p>
        </p:txBody>
      </p:sp>
    </p:spTree>
    <p:extLst>
      <p:ext uri="{BB962C8B-B14F-4D97-AF65-F5344CB8AC3E}">
        <p14:creationId xmlns:p14="http://schemas.microsoft.com/office/powerpoint/2010/main" val="1910441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cost between $0.80 and $1.50 per watt, while polycrystalline panels range from $0.60 to $1.00 per watt.
Original Content:
·         Monocrystalline Panels: $0.80 to $1.50 per watt
·         Polycrystalline Panels: $0.60 to $1.00 per watt
</a:t>
            </a:r>
          </a:p>
        </p:txBody>
      </p:sp>
      <p:sp>
        <p:nvSpPr>
          <p:cNvPr id="4" name="Slide Number Placeholder 3"/>
          <p:cNvSpPr>
            <a:spLocks noGrp="1"/>
          </p:cNvSpPr>
          <p:nvPr>
            <p:ph type="sldNum" sz="quarter" idx="5"/>
          </p:nvPr>
        </p:nvSpPr>
        <p:spPr/>
        <p:txBody>
          <a:bodyPr/>
          <a:lstStyle/>
          <a:p>
            <a:fld id="{4F5F6581-A4FA-420F-87E1-8224D343FA9B}" type="slidenum">
              <a:t>13</a:t>
            </a:fld>
            <a:endParaRPr lang="en-US"/>
          </a:p>
        </p:txBody>
      </p:sp>
    </p:spTree>
    <p:extLst>
      <p:ext uri="{BB962C8B-B14F-4D97-AF65-F5344CB8AC3E}">
        <p14:creationId xmlns:p14="http://schemas.microsoft.com/office/powerpoint/2010/main" val="1315113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compares the costs of monocrystalline and polycrystalline solar panels, assuming a 26 kW system. Monocrystalline panels range from $30,800 to $49,000, while polycrystalline panels range from $20,600 to $32,000.
Original Content:
·         Monocrystalline Panels: Approximately $30,800 to $49,000 (assuming 26 kW system)
·         Polycrystalline Panels: Approximately $20,600 to $32,000 (assuming 26 kW system)
</a:t>
            </a:r>
          </a:p>
        </p:txBody>
      </p:sp>
      <p:sp>
        <p:nvSpPr>
          <p:cNvPr id="4" name="Slide Number Placeholder 3"/>
          <p:cNvSpPr>
            <a:spLocks noGrp="1"/>
          </p:cNvSpPr>
          <p:nvPr>
            <p:ph type="sldNum" sz="quarter" idx="5"/>
          </p:nvPr>
        </p:nvSpPr>
        <p:spPr/>
        <p:txBody>
          <a:bodyPr/>
          <a:lstStyle/>
          <a:p>
            <a:fld id="{4F5F6581-A4FA-420F-87E1-8224D343FA9B}" type="slidenum">
              <a:t>14</a:t>
            </a:fld>
            <a:endParaRPr lang="en-US"/>
          </a:p>
        </p:txBody>
      </p:sp>
    </p:spTree>
    <p:extLst>
      <p:ext uri="{BB962C8B-B14F-4D97-AF65-F5344CB8AC3E}">
        <p14:creationId xmlns:p14="http://schemas.microsoft.com/office/powerpoint/2010/main" val="1310234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offer various discounts and incentives for solar installations, including bulk purchase discounts, seasonal promotions, federal and state tax credits, referral programs, and low-interest financing options.
Original Content:
·         Bulk Purchase Discounts: Save up to 10% on orders exceeding 10 kW
·         Seasonal Promotions: Special discounts available during peak installation seasons
·         Federal and State Tax Credits: Up to 26% tax credit available through federal incentives, with additional state-specific rebates
·         Referral Programs: Earn discounts for referring new customers
·         Financing Options: Low-interest financing available through selected partners
</a:t>
            </a:r>
          </a:p>
        </p:txBody>
      </p:sp>
      <p:sp>
        <p:nvSpPr>
          <p:cNvPr id="4" name="Slide Number Placeholder 3"/>
          <p:cNvSpPr>
            <a:spLocks noGrp="1"/>
          </p:cNvSpPr>
          <p:nvPr>
            <p:ph type="sldNum" sz="quarter" idx="5"/>
          </p:nvPr>
        </p:nvSpPr>
        <p:spPr/>
        <p:txBody>
          <a:bodyPr/>
          <a:lstStyle/>
          <a:p>
            <a:fld id="{4F5F6581-A4FA-420F-87E1-8224D343FA9B}" type="slidenum">
              <a:t>15</a:t>
            </a:fld>
            <a:endParaRPr lang="en-US"/>
          </a:p>
        </p:txBody>
      </p:sp>
    </p:spTree>
    <p:extLst>
      <p:ext uri="{BB962C8B-B14F-4D97-AF65-F5344CB8AC3E}">
        <p14:creationId xmlns:p14="http://schemas.microsoft.com/office/powerpoint/2010/main" val="2772393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Monocrystalline panels are more efficient and space-saving but costlier. Polycrystalline panels are cheaper and have a distinct appearance. Both have similar lifespans, but monocrystalline panels often come with longer warranties.
Original Content:
·         Efficiency: Monocrystalline panels are more efficient (15-20%) compared to polycrystalline panels (13-16%).
·         Cost: Polycrystalline panels are generally less expensive due to their simpler manufacturing process.
·         Appearance: Monocrystalline panels have a uniform black color, while polycrystalline panels have a blueish hue with a speckled appearance.
·         Space Requirements: Due to their higher efficiency, monocrystalline panels require less space to generate the same amount of electricity as polycrystalline panels.
·         Longevity: Both types have similar lifespans, but monocrystalline panels often come with longer warranties.
</a:t>
            </a:r>
          </a:p>
        </p:txBody>
      </p:sp>
      <p:sp>
        <p:nvSpPr>
          <p:cNvPr id="4" name="Slide Number Placeholder 3"/>
          <p:cNvSpPr>
            <a:spLocks noGrp="1"/>
          </p:cNvSpPr>
          <p:nvPr>
            <p:ph type="sldNum" sz="quarter" idx="5"/>
          </p:nvPr>
        </p:nvSpPr>
        <p:spPr/>
        <p:txBody>
          <a:bodyPr/>
          <a:lstStyle/>
          <a:p>
            <a:fld id="{4F5F6581-A4FA-420F-87E1-8224D343FA9B}" type="slidenum">
              <a:t>16</a:t>
            </a:fld>
            <a:endParaRPr lang="en-US"/>
          </a:p>
        </p:txBody>
      </p:sp>
    </p:spTree>
    <p:extLst>
      <p:ext uri="{BB962C8B-B14F-4D97-AF65-F5344CB8AC3E}">
        <p14:creationId xmlns:p14="http://schemas.microsoft.com/office/powerpoint/2010/main" val="591044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compares monocrystalline and polycrystalline solar panels, highlighting differences in material, efficiency, cost, appearance, and space efficiency.
Original Content:
·         Table comparing the key differences between monocrystalline and polycrystalline solar panels.
</a:t>
            </a:r>
          </a:p>
        </p:txBody>
      </p:sp>
      <p:sp>
        <p:nvSpPr>
          <p:cNvPr id="4" name="Slide Number Placeholder 3"/>
          <p:cNvSpPr>
            <a:spLocks noGrp="1"/>
          </p:cNvSpPr>
          <p:nvPr>
            <p:ph type="sldNum" sz="quarter" idx="5"/>
          </p:nvPr>
        </p:nvSpPr>
        <p:spPr/>
        <p:txBody>
          <a:bodyPr/>
          <a:lstStyle/>
          <a:p>
            <a:fld id="{4F5F6581-A4FA-420F-87E1-8224D343FA9B}" type="slidenum">
              <a:t>17</a:t>
            </a:fld>
            <a:endParaRPr lang="en-US"/>
          </a:p>
        </p:txBody>
      </p:sp>
    </p:spTree>
    <p:extLst>
      <p:ext uri="{BB962C8B-B14F-4D97-AF65-F5344CB8AC3E}">
        <p14:creationId xmlns:p14="http://schemas.microsoft.com/office/powerpoint/2010/main" val="1747708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the steps for installing a residential roof-mounted solar panel array, including assessing the roof, installing brackets, and securing panels. It also details the electrical connection setup, involving the inverter and battery storage system.
Original Content:
·         The steps and components involved in installing a residential roof-mounted solar panel array.
·         Steps for electrical connection setup, including the inverter and battery storage system.
</a:t>
            </a:r>
          </a:p>
        </p:txBody>
      </p:sp>
      <p:sp>
        <p:nvSpPr>
          <p:cNvPr id="4" name="Slide Number Placeholder 3"/>
          <p:cNvSpPr>
            <a:spLocks noGrp="1"/>
          </p:cNvSpPr>
          <p:nvPr>
            <p:ph type="sldNum" sz="quarter" idx="5"/>
          </p:nvPr>
        </p:nvSpPr>
        <p:spPr/>
        <p:txBody>
          <a:bodyPr/>
          <a:lstStyle/>
          <a:p>
            <a:fld id="{4F5F6581-A4FA-420F-87E1-8224D343FA9B}" type="slidenum">
              <a:t>18</a:t>
            </a:fld>
            <a:endParaRPr lang="en-US"/>
          </a:p>
        </p:txBody>
      </p:sp>
    </p:spTree>
    <p:extLst>
      <p:ext uri="{BB962C8B-B14F-4D97-AF65-F5344CB8AC3E}">
        <p14:creationId xmlns:p14="http://schemas.microsoft.com/office/powerpoint/2010/main" val="25202951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Investing in residential roof-mounted solar panels offers environmental benefits, energy independence, and cost savings. Understand efficiency metrics, follow installation guidelines, and maintain your panels for optimal performance.
Original Content:
Investing in a medium residential roof-mounted solar panel array is a smart choice for environmentally-conscious homeowners looking to reduce their carbon footprint, achieve energy independence, and save on energy costs. By understanding the efficiency metrics, installation guidelines, and maintenance tips outlined in this document, you can make an informed decision and maximize the benefits of your solar investment.
</a:t>
            </a:r>
          </a:p>
        </p:txBody>
      </p:sp>
      <p:sp>
        <p:nvSpPr>
          <p:cNvPr id="4" name="Slide Number Placeholder 3"/>
          <p:cNvSpPr>
            <a:spLocks noGrp="1"/>
          </p:cNvSpPr>
          <p:nvPr>
            <p:ph type="sldNum" sz="quarter" idx="5"/>
          </p:nvPr>
        </p:nvSpPr>
        <p:spPr/>
        <p:txBody>
          <a:bodyPr/>
          <a:lstStyle/>
          <a:p>
            <a:fld id="{4F5F6581-A4FA-420F-87E1-8224D343FA9B}" type="slidenum">
              <a:t>19</a:t>
            </a:fld>
            <a:endParaRPr lang="en-US"/>
          </a:p>
        </p:txBody>
      </p:sp>
    </p:spTree>
    <p:extLst>
      <p:ext uri="{BB962C8B-B14F-4D97-AF65-F5344CB8AC3E}">
        <p14:creationId xmlns:p14="http://schemas.microsoft.com/office/powerpoint/2010/main" val="4203693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Thursday, November 28, 2024</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61906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Thursday, November 28, 2024</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045623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Thursday, November 28, 2024</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89027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Thursday, November 28, 2024</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7386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Thursday, November 28, 2024</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177781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Thursday, November 28, 2024</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581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Thursday, November 28, 2024</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307989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Thursday, November 28, 2024</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185467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Thursday, November 28, 2024</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930672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Thursday, November 28, 2024</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587940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Thursday, November 28, 2024</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676961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Thursday, November 28, 2024</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32487622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698ABF1-2D7A-4C8C-A41A-095741274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E160AE-3C66-4235-84C0-BD472DE6A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7416"/>
            <a:ext cx="12192002" cy="6892832"/>
          </a:xfrm>
          <a:prstGeom prst="rect">
            <a:avLst/>
          </a:prstGeom>
          <a:gradFill>
            <a:gsLst>
              <a:gs pos="0">
                <a:schemeClr val="accent6"/>
              </a:gs>
              <a:gs pos="95000">
                <a:schemeClr val="accent5">
                  <a:alpha val="81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39CC7EE-929B-4FA6-BA5A-86D02B7924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 y="4369578"/>
            <a:ext cx="12192004" cy="2505838"/>
          </a:xfrm>
          <a:prstGeom prst="rect">
            <a:avLst/>
          </a:prstGeom>
          <a:gradFill>
            <a:gsLst>
              <a:gs pos="0">
                <a:schemeClr val="accent5">
                  <a:alpha val="0"/>
                </a:schemeClr>
              </a:gs>
              <a:gs pos="95000">
                <a:schemeClr val="accent2">
                  <a:alpha val="63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4BB87F2-3BE0-433A-AD90-24CE82FBF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7191" y="-17416"/>
            <a:ext cx="11734809" cy="6892831"/>
          </a:xfrm>
          <a:prstGeom prst="rect">
            <a:avLst/>
          </a:prstGeom>
          <a:gradFill>
            <a:gsLst>
              <a:gs pos="22000">
                <a:schemeClr val="accent2">
                  <a:alpha val="43000"/>
                </a:schemeClr>
              </a:gs>
              <a:gs pos="99000">
                <a:schemeClr val="accent5">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66B6A15-54B2-4DFA-B2EF-ED937D8CC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417086">
            <a:off x="5496703" y="1105097"/>
            <a:ext cx="5005754" cy="5005754"/>
          </a:xfrm>
          <a:prstGeom prst="ellipse">
            <a:avLst/>
          </a:prstGeom>
          <a:gradFill>
            <a:gsLst>
              <a:gs pos="31000">
                <a:schemeClr val="accent6">
                  <a:lumMod val="75000"/>
                  <a:alpha val="0"/>
                </a:schemeClr>
              </a:gs>
              <a:gs pos="85000">
                <a:schemeClr val="accent6">
                  <a:alpha val="37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66AA0FA5-8C89-2ECF-355A-E90DD133DCD9}"/>
              </a:ext>
            </a:extLst>
          </p:cNvPr>
          <p:cNvSpPr>
            <a:spLocks noGrp="1"/>
          </p:cNvSpPr>
          <p:nvPr>
            <p:ph type="subTitle" idx="1"/>
          </p:nvPr>
        </p:nvSpPr>
        <p:spPr>
          <a:xfrm>
            <a:off x="2498035" y="4811497"/>
            <a:ext cx="5314122" cy="1243923"/>
          </a:xfrm>
        </p:spPr>
        <p:txBody>
          <a:bodyPr>
            <a:normAutofit/>
          </a:bodyPr>
          <a:lstStyle/>
          <a:p>
            <a:pPr algn="r"/>
            <a:r>
              <a:rPr lang="en-US">
                <a:solidFill>
                  <a:schemeClr val="bg1"/>
                </a:solidFill>
              </a:rPr>
              <a:t>A Comprehensive Guide</a:t>
            </a:r>
          </a:p>
        </p:txBody>
      </p:sp>
      <p:sp>
        <p:nvSpPr>
          <p:cNvPr id="18" name="Rectangle 17">
            <a:extLst>
              <a:ext uri="{FF2B5EF4-FFF2-40B4-BE49-F238E27FC236}">
                <a16:creationId xmlns:a16="http://schemas.microsoft.com/office/drawing/2014/main" id="{A60DA6D8-1AE1-42F8-808F-E247404A4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935529" y="-1495746"/>
            <a:ext cx="4739543" cy="7696200"/>
          </a:xfrm>
          <a:prstGeom prst="rect">
            <a:avLst/>
          </a:prstGeom>
          <a:gradFill>
            <a:gsLst>
              <a:gs pos="52000">
                <a:schemeClr val="accent5">
                  <a:lumMod val="60000"/>
                  <a:lumOff val="40000"/>
                  <a:alpha val="0"/>
                </a:schemeClr>
              </a:gs>
              <a:gs pos="99000">
                <a:schemeClr val="accent6">
                  <a:alpha val="25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849DB-96BC-A142-9E14-76ABCE7D5EA8}"/>
              </a:ext>
            </a:extLst>
          </p:cNvPr>
          <p:cNvSpPr>
            <a:spLocks noGrp="1"/>
          </p:cNvSpPr>
          <p:nvPr>
            <p:ph type="ctrTitle"/>
          </p:nvPr>
        </p:nvSpPr>
        <p:spPr>
          <a:xfrm>
            <a:off x="1119276" y="661358"/>
            <a:ext cx="6692881" cy="3347559"/>
          </a:xfrm>
        </p:spPr>
        <p:txBody>
          <a:bodyPr anchor="b">
            <a:normAutofit/>
          </a:bodyPr>
          <a:lstStyle/>
          <a:p>
            <a:pPr algn="r"/>
            <a:r>
              <a:rPr lang="en-US" sz="4400">
                <a:solidFill>
                  <a:schemeClr val="bg1"/>
                </a:solidFill>
              </a:rPr>
              <a:t>A300 </a:t>
            </a:r>
            <a:r>
              <a:rPr lang="en-US" sz="4400" dirty="0">
                <a:solidFill>
                  <a:schemeClr val="bg1"/>
                </a:solidFill>
              </a:rPr>
              <a:t>Series Solar Panel Array</a:t>
            </a:r>
          </a:p>
        </p:txBody>
      </p:sp>
    </p:spTree>
    <p:extLst>
      <p:ext uri="{BB962C8B-B14F-4D97-AF65-F5344CB8AC3E}">
        <p14:creationId xmlns:p14="http://schemas.microsoft.com/office/powerpoint/2010/main" val="2386078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C5CC17-FF17-43CF-B073-D9051465D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BE2DDC-0D14-44E6-A1AB-2EEC09507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7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543D98-0AA2-43B4-B508-DC1DB7F3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2414" y="1406060"/>
            <a:ext cx="6857572" cy="4045450"/>
          </a:xfrm>
          <a:prstGeom prst="rect">
            <a:avLst/>
          </a:prstGeom>
          <a:gradFill>
            <a:gsLst>
              <a:gs pos="0">
                <a:schemeClr val="accent4">
                  <a:alpha val="0"/>
                </a:schemeClr>
              </a:gs>
              <a:gs pos="96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723C1D-9A1A-465B-8164-483BF5426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98889" y="3617790"/>
            <a:ext cx="2453337" cy="4027079"/>
          </a:xfrm>
          <a:prstGeom prst="rect">
            <a:avLst/>
          </a:prstGeom>
          <a:gradFill>
            <a:gsLst>
              <a:gs pos="2000">
                <a:schemeClr val="accent5">
                  <a:alpha val="35000"/>
                </a:schemeClr>
              </a:gs>
              <a:gs pos="67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6680484-5F73-4078-85C2-415205B1A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30441" y="1644149"/>
            <a:ext cx="4384532" cy="4196758"/>
          </a:xfrm>
          <a:custGeom>
            <a:avLst/>
            <a:gdLst>
              <a:gd name="connsiteX0" fmla="*/ 44539 w 4384532"/>
              <a:gd name="connsiteY0" fmla="*/ 2446310 h 4196758"/>
              <a:gd name="connsiteX1" fmla="*/ 0 w 4384532"/>
              <a:gd name="connsiteY1" fmla="*/ 2004492 h 4196758"/>
              <a:gd name="connsiteX2" fmla="*/ 500607 w 4384532"/>
              <a:gd name="connsiteY2" fmla="*/ 610007 h 4196758"/>
              <a:gd name="connsiteX3" fmla="*/ 589546 w 4384532"/>
              <a:gd name="connsiteY3" fmla="*/ 512149 h 4196758"/>
              <a:gd name="connsiteX4" fmla="*/ 3077760 w 4384532"/>
              <a:gd name="connsiteY4" fmla="*/ 0 h 4196758"/>
              <a:gd name="connsiteX5" fmla="*/ 3237230 w 4384532"/>
              <a:gd name="connsiteY5" fmla="*/ 76821 h 4196758"/>
              <a:gd name="connsiteX6" fmla="*/ 4384532 w 4384532"/>
              <a:gd name="connsiteY6" fmla="*/ 2004492 h 4196758"/>
              <a:gd name="connsiteX7" fmla="*/ 2192266 w 4384532"/>
              <a:gd name="connsiteY7" fmla="*/ 4196758 h 4196758"/>
              <a:gd name="connsiteX8" fmla="*/ 44539 w 4384532"/>
              <a:gd name="connsiteY8" fmla="*/ 2446310 h 41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4532" h="4196758">
                <a:moveTo>
                  <a:pt x="44539" y="2446310"/>
                </a:moveTo>
                <a:cubicBezTo>
                  <a:pt x="15336" y="2303599"/>
                  <a:pt x="0" y="2155836"/>
                  <a:pt x="0" y="2004492"/>
                </a:cubicBezTo>
                <a:cubicBezTo>
                  <a:pt x="0" y="1474787"/>
                  <a:pt x="187867" y="988960"/>
                  <a:pt x="500607" y="610007"/>
                </a:cubicBezTo>
                <a:lnTo>
                  <a:pt x="589546" y="512149"/>
                </a:lnTo>
                <a:lnTo>
                  <a:pt x="3077760" y="0"/>
                </a:lnTo>
                <a:lnTo>
                  <a:pt x="3237230" y="76821"/>
                </a:lnTo>
                <a:cubicBezTo>
                  <a:pt x="3920615" y="448057"/>
                  <a:pt x="4384532" y="1172098"/>
                  <a:pt x="4384532" y="2004492"/>
                </a:cubicBezTo>
                <a:cubicBezTo>
                  <a:pt x="4384532" y="3215247"/>
                  <a:pt x="3403021" y="4196758"/>
                  <a:pt x="2192266" y="4196758"/>
                </a:cubicBezTo>
                <a:cubicBezTo>
                  <a:pt x="1132855" y="4196758"/>
                  <a:pt x="248960" y="3445288"/>
                  <a:pt x="44539" y="2446310"/>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BEE32D1-1D4F-625C-E547-1FD8C12E08C0}"/>
              </a:ext>
            </a:extLst>
          </p:cNvPr>
          <p:cNvSpPr>
            <a:spLocks noGrp="1"/>
          </p:cNvSpPr>
          <p:nvPr>
            <p:ph type="title"/>
          </p:nvPr>
        </p:nvSpPr>
        <p:spPr>
          <a:xfrm>
            <a:off x="387927" y="1028701"/>
            <a:ext cx="3248863" cy="3020785"/>
          </a:xfrm>
        </p:spPr>
        <p:txBody>
          <a:bodyPr>
            <a:normAutofit/>
          </a:bodyPr>
          <a:lstStyle/>
          <a:p>
            <a:pPr algn="r"/>
            <a:r>
              <a:rPr lang="en-US" sz="3200">
                <a:solidFill>
                  <a:schemeClr val="bg1"/>
                </a:solidFill>
              </a:rPr>
              <a:t>Agenda</a:t>
            </a:r>
          </a:p>
        </p:txBody>
      </p:sp>
      <p:sp>
        <p:nvSpPr>
          <p:cNvPr id="3" name="Content Placeholder 2">
            <a:extLst>
              <a:ext uri="{FF2B5EF4-FFF2-40B4-BE49-F238E27FC236}">
                <a16:creationId xmlns:a16="http://schemas.microsoft.com/office/drawing/2014/main" id="{F7067A6C-621F-96C4-5C00-5A61DC12F6E0}"/>
              </a:ext>
            </a:extLst>
          </p:cNvPr>
          <p:cNvSpPr>
            <a:spLocks noGrp="1"/>
          </p:cNvSpPr>
          <p:nvPr>
            <p:ph idx="1"/>
          </p:nvPr>
        </p:nvSpPr>
        <p:spPr>
          <a:xfrm>
            <a:off x="4777409" y="1028702"/>
            <a:ext cx="6273972" cy="4843462"/>
          </a:xfrm>
        </p:spPr>
        <p:txBody>
          <a:bodyPr>
            <a:normAutofit/>
          </a:bodyPr>
          <a:lstStyle/>
          <a:p>
            <a:r>
              <a:rPr lang="en-US" sz="1800"/>
              <a:t>Introduction</a:t>
            </a:r>
          </a:p>
          <a:p>
            <a:r>
              <a:rPr lang="en-US" sz="1800"/>
              <a:t>Solar Panel Specifications</a:t>
            </a:r>
          </a:p>
          <a:p>
            <a:r>
              <a:rPr lang="en-US" sz="1800"/>
              <a:t>Installation Guidelines</a:t>
            </a:r>
          </a:p>
          <a:p>
            <a:r>
              <a:rPr lang="en-US" sz="1800"/>
              <a:t>Maintenance Tips</a:t>
            </a:r>
          </a:p>
          <a:p>
            <a:r>
              <a:rPr lang="en-US" sz="1800"/>
              <a:t>Environmental Benefits</a:t>
            </a:r>
          </a:p>
          <a:p>
            <a:r>
              <a:rPr lang="en-US" sz="1800"/>
              <a:t>Cost Savings Over Time</a:t>
            </a:r>
          </a:p>
          <a:p>
            <a:r>
              <a:rPr lang="en-US" sz="1800"/>
              <a:t>MSRP Pricing and Discount Structure</a:t>
            </a:r>
          </a:p>
          <a:p>
            <a:r>
              <a:rPr lang="en-US" sz="1800"/>
              <a:t>Comparison of Panel Types</a:t>
            </a:r>
          </a:p>
          <a:p>
            <a:r>
              <a:rPr lang="en-US" sz="1800"/>
              <a:t>Diagrams for Clarity</a:t>
            </a:r>
          </a:p>
          <a:p>
            <a:r>
              <a:rPr lang="en-US" sz="1800"/>
              <a:t>Conclusion</a:t>
            </a:r>
          </a:p>
        </p:txBody>
      </p:sp>
    </p:spTree>
    <p:extLst>
      <p:ext uri="{BB962C8B-B14F-4D97-AF65-F5344CB8AC3E}">
        <p14:creationId xmlns:p14="http://schemas.microsoft.com/office/powerpoint/2010/main" val="2140257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16" name="Rectangle 15">
            <a:extLst>
              <a:ext uri="{FF2B5EF4-FFF2-40B4-BE49-F238E27FC236}">
                <a16:creationId xmlns:a16="http://schemas.microsoft.com/office/drawing/2014/main" id="{81097DDE-1D45-40A7-9F85-72AD9472A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C4FE2-5362-FB30-4461-17307BE10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tx2">
                  <a:lumMod val="50000"/>
                  <a:lumOff val="50000"/>
                  <a:alpha val="3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olar panels on a residential roof.">
            <a:extLst>
              <a:ext uri="{FF2B5EF4-FFF2-40B4-BE49-F238E27FC236}">
                <a16:creationId xmlns:a16="http://schemas.microsoft.com/office/drawing/2014/main" id="{DB7A6CB0-E521-42C1-B8AF-E9198C4377CB}"/>
              </a:ext>
            </a:extLst>
          </p:cNvPr>
          <p:cNvPicPr>
            <a:picLocks noGrp="1" noChangeAspect="1"/>
          </p:cNvPicPr>
          <p:nvPr>
            <p:ph sz="half" idx="1"/>
          </p:nvPr>
        </p:nvPicPr>
        <p:blipFill>
          <a:blip r:embed="rId3"/>
          <a:srcRect l="13083" r="12345" b="-1"/>
          <a:stretch/>
        </p:blipFill>
        <p:spPr>
          <a:xfrm>
            <a:off x="614679" y="1901952"/>
            <a:ext cx="4801194" cy="4297680"/>
          </a:xfrm>
          <a:prstGeom prst="rect">
            <a:avLst/>
          </a:prstGeom>
        </p:spPr>
      </p:pic>
      <p:sp>
        <p:nvSpPr>
          <p:cNvPr id="2" name="Title 1">
            <a:extLst>
              <a:ext uri="{FF2B5EF4-FFF2-40B4-BE49-F238E27FC236}">
                <a16:creationId xmlns:a16="http://schemas.microsoft.com/office/drawing/2014/main" id="{78CBB856-E154-FAE2-6F57-D3FC895DCC49}"/>
              </a:ext>
            </a:extLst>
          </p:cNvPr>
          <p:cNvSpPr>
            <a:spLocks noGrp="1"/>
          </p:cNvSpPr>
          <p:nvPr>
            <p:ph type="title"/>
          </p:nvPr>
        </p:nvSpPr>
        <p:spPr>
          <a:xfrm>
            <a:off x="614679" y="457200"/>
            <a:ext cx="4779572" cy="1298448"/>
          </a:xfrm>
        </p:spPr>
        <p:txBody>
          <a:bodyPr vert="horz" lIns="0" tIns="0" rIns="0" bIns="0" rtlCol="0" anchor="t">
            <a:normAutofit/>
          </a:bodyPr>
          <a:lstStyle/>
          <a:p>
            <a:r>
              <a:rPr lang="en-US"/>
              <a:t>Introduction</a:t>
            </a:r>
          </a:p>
        </p:txBody>
      </p:sp>
      <p:sp>
        <p:nvSpPr>
          <p:cNvPr id="4" name="Content Placeholder 3">
            <a:extLst>
              <a:ext uri="{FF2B5EF4-FFF2-40B4-BE49-F238E27FC236}">
                <a16:creationId xmlns:a16="http://schemas.microsoft.com/office/drawing/2014/main" id="{1858399F-E160-E098-3A2A-20F26527AACA}"/>
              </a:ext>
            </a:extLst>
          </p:cNvPr>
          <p:cNvSpPr>
            <a:spLocks noGrp="1"/>
          </p:cNvSpPr>
          <p:nvPr>
            <p:ph sz="half" idx="2"/>
          </p:nvPr>
        </p:nvSpPr>
        <p:spPr>
          <a:xfrm>
            <a:off x="6030550" y="457201"/>
            <a:ext cx="5639127" cy="5760720"/>
          </a:xfrm>
        </p:spPr>
        <p:txBody>
          <a:bodyPr vert="horz" lIns="0" tIns="0" rIns="0" bIns="0" rtlCol="0" anchor="t">
            <a:normAutofit/>
          </a:bodyPr>
          <a:lstStyle/>
          <a:p>
            <a:r>
              <a:rPr lang="en-US" sz="1800"/>
              <a:t>Efficiency Metrics</a:t>
            </a:r>
          </a:p>
          <a:p>
            <a:pPr lvl="1"/>
            <a:r>
              <a:rPr lang="en-US" sz="1800"/>
              <a:t>Details on energy conversion rates</a:t>
            </a:r>
          </a:p>
          <a:p>
            <a:r>
              <a:rPr lang="en-US" sz="1800"/>
              <a:t>Installation Guidelines</a:t>
            </a:r>
          </a:p>
          <a:p>
            <a:pPr lvl="1"/>
            <a:r>
              <a:rPr lang="en-US" sz="1800"/>
              <a:t>Step-by-step installation process</a:t>
            </a:r>
          </a:p>
          <a:p>
            <a:r>
              <a:rPr lang="en-US" sz="1800"/>
              <a:t>Maintenance Tips</a:t>
            </a:r>
          </a:p>
          <a:p>
            <a:pPr lvl="1"/>
            <a:r>
              <a:rPr lang="en-US" sz="1800"/>
              <a:t>Regular cleaning and inspection advice</a:t>
            </a:r>
          </a:p>
          <a:p>
            <a:r>
              <a:rPr lang="en-US" sz="1800"/>
              <a:t>Environmental Benefits</a:t>
            </a:r>
          </a:p>
          <a:p>
            <a:pPr lvl="1"/>
            <a:r>
              <a:rPr lang="en-US" sz="1800"/>
              <a:t>Reduction in carbon footprint</a:t>
            </a:r>
          </a:p>
          <a:p>
            <a:r>
              <a:rPr lang="en-US" sz="1800"/>
              <a:t>Potential Cost Savings</a:t>
            </a:r>
          </a:p>
          <a:p>
            <a:pPr lvl="1"/>
            <a:r>
              <a:rPr lang="en-US" sz="1800"/>
              <a:t>Long-term financial benefits</a:t>
            </a:r>
          </a:p>
          <a:p>
            <a:r>
              <a:rPr lang="en-US" sz="1800"/>
              <a:t>Comparison of Solar Panels</a:t>
            </a:r>
          </a:p>
          <a:p>
            <a:pPr lvl="1"/>
            <a:r>
              <a:rPr lang="en-US" sz="1800"/>
              <a:t>Monocrystalline vs. Polycrystalline</a:t>
            </a:r>
          </a:p>
        </p:txBody>
      </p:sp>
    </p:spTree>
    <p:extLst>
      <p:ext uri="{BB962C8B-B14F-4D97-AF65-F5344CB8AC3E}">
        <p14:creationId xmlns:p14="http://schemas.microsoft.com/office/powerpoint/2010/main" val="3148078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C5CC17-FF17-43CF-B073-D9051465D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BE2DDC-0D14-44E6-A1AB-2EEC09507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7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543D98-0AA2-43B4-B508-DC1DB7F3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2414" y="1406060"/>
            <a:ext cx="6857572" cy="4045450"/>
          </a:xfrm>
          <a:prstGeom prst="rect">
            <a:avLst/>
          </a:prstGeom>
          <a:gradFill>
            <a:gsLst>
              <a:gs pos="0">
                <a:schemeClr val="accent4">
                  <a:alpha val="0"/>
                </a:schemeClr>
              </a:gs>
              <a:gs pos="96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723C1D-9A1A-465B-8164-483BF5426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98889" y="3617790"/>
            <a:ext cx="2453337" cy="4027079"/>
          </a:xfrm>
          <a:prstGeom prst="rect">
            <a:avLst/>
          </a:prstGeom>
          <a:gradFill>
            <a:gsLst>
              <a:gs pos="2000">
                <a:schemeClr val="accent5">
                  <a:alpha val="35000"/>
                </a:schemeClr>
              </a:gs>
              <a:gs pos="67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6680484-5F73-4078-85C2-415205B1A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30441" y="1644149"/>
            <a:ext cx="4384532" cy="4196758"/>
          </a:xfrm>
          <a:custGeom>
            <a:avLst/>
            <a:gdLst>
              <a:gd name="connsiteX0" fmla="*/ 44539 w 4384532"/>
              <a:gd name="connsiteY0" fmla="*/ 2446310 h 4196758"/>
              <a:gd name="connsiteX1" fmla="*/ 0 w 4384532"/>
              <a:gd name="connsiteY1" fmla="*/ 2004492 h 4196758"/>
              <a:gd name="connsiteX2" fmla="*/ 500607 w 4384532"/>
              <a:gd name="connsiteY2" fmla="*/ 610007 h 4196758"/>
              <a:gd name="connsiteX3" fmla="*/ 589546 w 4384532"/>
              <a:gd name="connsiteY3" fmla="*/ 512149 h 4196758"/>
              <a:gd name="connsiteX4" fmla="*/ 3077760 w 4384532"/>
              <a:gd name="connsiteY4" fmla="*/ 0 h 4196758"/>
              <a:gd name="connsiteX5" fmla="*/ 3237230 w 4384532"/>
              <a:gd name="connsiteY5" fmla="*/ 76821 h 4196758"/>
              <a:gd name="connsiteX6" fmla="*/ 4384532 w 4384532"/>
              <a:gd name="connsiteY6" fmla="*/ 2004492 h 4196758"/>
              <a:gd name="connsiteX7" fmla="*/ 2192266 w 4384532"/>
              <a:gd name="connsiteY7" fmla="*/ 4196758 h 4196758"/>
              <a:gd name="connsiteX8" fmla="*/ 44539 w 4384532"/>
              <a:gd name="connsiteY8" fmla="*/ 2446310 h 41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4532" h="4196758">
                <a:moveTo>
                  <a:pt x="44539" y="2446310"/>
                </a:moveTo>
                <a:cubicBezTo>
                  <a:pt x="15336" y="2303599"/>
                  <a:pt x="0" y="2155836"/>
                  <a:pt x="0" y="2004492"/>
                </a:cubicBezTo>
                <a:cubicBezTo>
                  <a:pt x="0" y="1474787"/>
                  <a:pt x="187867" y="988960"/>
                  <a:pt x="500607" y="610007"/>
                </a:cubicBezTo>
                <a:lnTo>
                  <a:pt x="589546" y="512149"/>
                </a:lnTo>
                <a:lnTo>
                  <a:pt x="3077760" y="0"/>
                </a:lnTo>
                <a:lnTo>
                  <a:pt x="3237230" y="76821"/>
                </a:lnTo>
                <a:cubicBezTo>
                  <a:pt x="3920615" y="448057"/>
                  <a:pt x="4384532" y="1172098"/>
                  <a:pt x="4384532" y="2004492"/>
                </a:cubicBezTo>
                <a:cubicBezTo>
                  <a:pt x="4384532" y="3215247"/>
                  <a:pt x="3403021" y="4196758"/>
                  <a:pt x="2192266" y="4196758"/>
                </a:cubicBezTo>
                <a:cubicBezTo>
                  <a:pt x="1132855" y="4196758"/>
                  <a:pt x="248960" y="3445288"/>
                  <a:pt x="44539" y="2446310"/>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A9E9909-EF01-FB87-4322-AF5C9253F50B}"/>
              </a:ext>
            </a:extLst>
          </p:cNvPr>
          <p:cNvSpPr>
            <a:spLocks noGrp="1"/>
          </p:cNvSpPr>
          <p:nvPr>
            <p:ph type="title"/>
          </p:nvPr>
        </p:nvSpPr>
        <p:spPr>
          <a:xfrm>
            <a:off x="387927" y="1028701"/>
            <a:ext cx="3248863" cy="3020785"/>
          </a:xfrm>
        </p:spPr>
        <p:txBody>
          <a:bodyPr>
            <a:normAutofit/>
          </a:bodyPr>
          <a:lstStyle/>
          <a:p>
            <a:pPr algn="r"/>
            <a:r>
              <a:rPr lang="en-US" sz="3200">
                <a:solidFill>
                  <a:schemeClr val="bg1"/>
                </a:solidFill>
              </a:rPr>
              <a:t>Panel Types</a:t>
            </a:r>
          </a:p>
        </p:txBody>
      </p:sp>
      <p:sp>
        <p:nvSpPr>
          <p:cNvPr id="3" name="Content Placeholder 2">
            <a:extLst>
              <a:ext uri="{FF2B5EF4-FFF2-40B4-BE49-F238E27FC236}">
                <a16:creationId xmlns:a16="http://schemas.microsoft.com/office/drawing/2014/main" id="{04B3F917-0909-42B7-D19F-4064679AA673}"/>
              </a:ext>
            </a:extLst>
          </p:cNvPr>
          <p:cNvSpPr>
            <a:spLocks noGrp="1"/>
          </p:cNvSpPr>
          <p:nvPr>
            <p:ph idx="1"/>
          </p:nvPr>
        </p:nvSpPr>
        <p:spPr>
          <a:xfrm>
            <a:off x="4777409" y="1028702"/>
            <a:ext cx="6273972" cy="4843462"/>
          </a:xfrm>
        </p:spPr>
        <p:txBody>
          <a:bodyPr>
            <a:normAutofit/>
          </a:bodyPr>
          <a:lstStyle/>
          <a:p>
            <a:r>
              <a:rPr lang="en-US" sz="1800"/>
              <a:t>Monocrystalline Solar Panels</a:t>
            </a:r>
          </a:p>
          <a:p>
            <a:pPr lvl="1"/>
            <a:r>
              <a:rPr lang="en-US" sz="1800"/>
              <a:t>Made from a single crystal structure</a:t>
            </a:r>
          </a:p>
          <a:p>
            <a:pPr lvl="1"/>
            <a:r>
              <a:rPr lang="en-US" sz="1800"/>
              <a:t>Known for high efficiency and sleek appearance</a:t>
            </a:r>
          </a:p>
          <a:p>
            <a:pPr lvl="1"/>
            <a:r>
              <a:rPr lang="en-US" sz="1800"/>
              <a:t>Efficiency rate: 15-20%</a:t>
            </a:r>
          </a:p>
          <a:p>
            <a:r>
              <a:rPr lang="en-US" sz="1800"/>
              <a:t>Polycrystalline Solar Panels</a:t>
            </a:r>
          </a:p>
          <a:p>
            <a:pPr lvl="1"/>
            <a:r>
              <a:rPr lang="en-US" sz="1800"/>
              <a:t>Composed of multiple silicon crystals</a:t>
            </a:r>
          </a:p>
          <a:p>
            <a:pPr lvl="1"/>
            <a:r>
              <a:rPr lang="en-US" sz="1800"/>
              <a:t>Generally less expensive</a:t>
            </a:r>
          </a:p>
          <a:p>
            <a:pPr lvl="1"/>
            <a:r>
              <a:rPr lang="en-US" sz="1800"/>
              <a:t>Efficiency rate: 13-16%</a:t>
            </a:r>
          </a:p>
        </p:txBody>
      </p:sp>
    </p:spTree>
    <p:extLst>
      <p:ext uri="{BB962C8B-B14F-4D97-AF65-F5344CB8AC3E}">
        <p14:creationId xmlns:p14="http://schemas.microsoft.com/office/powerpoint/2010/main" val="4070323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C5CC17-FF17-43CF-B073-D9051465D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BE2DDC-0D14-44E6-A1AB-2EEC09507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7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543D98-0AA2-43B4-B508-DC1DB7F3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2414" y="1406060"/>
            <a:ext cx="6857572" cy="4045450"/>
          </a:xfrm>
          <a:prstGeom prst="rect">
            <a:avLst/>
          </a:prstGeom>
          <a:gradFill>
            <a:gsLst>
              <a:gs pos="0">
                <a:schemeClr val="accent4">
                  <a:alpha val="0"/>
                </a:schemeClr>
              </a:gs>
              <a:gs pos="96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723C1D-9A1A-465B-8164-483BF5426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98889" y="3617790"/>
            <a:ext cx="2453337" cy="4027079"/>
          </a:xfrm>
          <a:prstGeom prst="rect">
            <a:avLst/>
          </a:prstGeom>
          <a:gradFill>
            <a:gsLst>
              <a:gs pos="2000">
                <a:schemeClr val="accent5">
                  <a:alpha val="35000"/>
                </a:schemeClr>
              </a:gs>
              <a:gs pos="67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6680484-5F73-4078-85C2-415205B1A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30441" y="1644149"/>
            <a:ext cx="4384532" cy="4196758"/>
          </a:xfrm>
          <a:custGeom>
            <a:avLst/>
            <a:gdLst>
              <a:gd name="connsiteX0" fmla="*/ 44539 w 4384532"/>
              <a:gd name="connsiteY0" fmla="*/ 2446310 h 4196758"/>
              <a:gd name="connsiteX1" fmla="*/ 0 w 4384532"/>
              <a:gd name="connsiteY1" fmla="*/ 2004492 h 4196758"/>
              <a:gd name="connsiteX2" fmla="*/ 500607 w 4384532"/>
              <a:gd name="connsiteY2" fmla="*/ 610007 h 4196758"/>
              <a:gd name="connsiteX3" fmla="*/ 589546 w 4384532"/>
              <a:gd name="connsiteY3" fmla="*/ 512149 h 4196758"/>
              <a:gd name="connsiteX4" fmla="*/ 3077760 w 4384532"/>
              <a:gd name="connsiteY4" fmla="*/ 0 h 4196758"/>
              <a:gd name="connsiteX5" fmla="*/ 3237230 w 4384532"/>
              <a:gd name="connsiteY5" fmla="*/ 76821 h 4196758"/>
              <a:gd name="connsiteX6" fmla="*/ 4384532 w 4384532"/>
              <a:gd name="connsiteY6" fmla="*/ 2004492 h 4196758"/>
              <a:gd name="connsiteX7" fmla="*/ 2192266 w 4384532"/>
              <a:gd name="connsiteY7" fmla="*/ 4196758 h 4196758"/>
              <a:gd name="connsiteX8" fmla="*/ 44539 w 4384532"/>
              <a:gd name="connsiteY8" fmla="*/ 2446310 h 41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4532" h="4196758">
                <a:moveTo>
                  <a:pt x="44539" y="2446310"/>
                </a:moveTo>
                <a:cubicBezTo>
                  <a:pt x="15336" y="2303599"/>
                  <a:pt x="0" y="2155836"/>
                  <a:pt x="0" y="2004492"/>
                </a:cubicBezTo>
                <a:cubicBezTo>
                  <a:pt x="0" y="1474787"/>
                  <a:pt x="187867" y="988960"/>
                  <a:pt x="500607" y="610007"/>
                </a:cubicBezTo>
                <a:lnTo>
                  <a:pt x="589546" y="512149"/>
                </a:lnTo>
                <a:lnTo>
                  <a:pt x="3077760" y="0"/>
                </a:lnTo>
                <a:lnTo>
                  <a:pt x="3237230" y="76821"/>
                </a:lnTo>
                <a:cubicBezTo>
                  <a:pt x="3920615" y="448057"/>
                  <a:pt x="4384532" y="1172098"/>
                  <a:pt x="4384532" y="2004492"/>
                </a:cubicBezTo>
                <a:cubicBezTo>
                  <a:pt x="4384532" y="3215247"/>
                  <a:pt x="3403021" y="4196758"/>
                  <a:pt x="2192266" y="4196758"/>
                </a:cubicBezTo>
                <a:cubicBezTo>
                  <a:pt x="1132855" y="4196758"/>
                  <a:pt x="248960" y="3445288"/>
                  <a:pt x="44539" y="2446310"/>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5441A2B-FF7E-FF80-7DFD-7D71E9E76A33}"/>
              </a:ext>
            </a:extLst>
          </p:cNvPr>
          <p:cNvSpPr>
            <a:spLocks noGrp="1"/>
          </p:cNvSpPr>
          <p:nvPr>
            <p:ph type="title"/>
          </p:nvPr>
        </p:nvSpPr>
        <p:spPr>
          <a:xfrm>
            <a:off x="387927" y="1028701"/>
            <a:ext cx="3248863" cy="3020785"/>
          </a:xfrm>
        </p:spPr>
        <p:txBody>
          <a:bodyPr>
            <a:normAutofit/>
          </a:bodyPr>
          <a:lstStyle/>
          <a:p>
            <a:pPr algn="r"/>
            <a:r>
              <a:rPr lang="en-US" sz="3000">
                <a:solidFill>
                  <a:schemeClr val="bg1"/>
                </a:solidFill>
              </a:rPr>
              <a:t>Efficiency Metrics</a:t>
            </a:r>
          </a:p>
        </p:txBody>
      </p:sp>
      <p:sp>
        <p:nvSpPr>
          <p:cNvPr id="3" name="Content Placeholder 2">
            <a:extLst>
              <a:ext uri="{FF2B5EF4-FFF2-40B4-BE49-F238E27FC236}">
                <a16:creationId xmlns:a16="http://schemas.microsoft.com/office/drawing/2014/main" id="{95F82071-609F-AC2D-6567-FF9F04106717}"/>
              </a:ext>
            </a:extLst>
          </p:cNvPr>
          <p:cNvSpPr>
            <a:spLocks noGrp="1"/>
          </p:cNvSpPr>
          <p:nvPr>
            <p:ph idx="1"/>
          </p:nvPr>
        </p:nvSpPr>
        <p:spPr>
          <a:xfrm>
            <a:off x="4777409" y="1028702"/>
            <a:ext cx="6273972" cy="4843462"/>
          </a:xfrm>
        </p:spPr>
        <p:txBody>
          <a:bodyPr>
            <a:normAutofit/>
          </a:bodyPr>
          <a:lstStyle/>
          <a:p>
            <a:r>
              <a:rPr lang="en-US" sz="1800"/>
              <a:t>Energy Conversion Efficiency</a:t>
            </a:r>
          </a:p>
          <a:p>
            <a:pPr lvl="1"/>
            <a:r>
              <a:rPr lang="en-US" sz="1800"/>
              <a:t>Monocrystalline panels: 15-20% efficiency</a:t>
            </a:r>
          </a:p>
          <a:p>
            <a:pPr lvl="1"/>
            <a:r>
              <a:rPr lang="en-US" sz="1800"/>
              <a:t>Polycrystalline panels: 13-16% efficiency</a:t>
            </a:r>
          </a:p>
          <a:p>
            <a:r>
              <a:rPr lang="en-US" sz="1800"/>
              <a:t>Temperature Coefficient</a:t>
            </a:r>
          </a:p>
          <a:p>
            <a:pPr lvl="1"/>
            <a:r>
              <a:rPr lang="en-US" sz="1800"/>
              <a:t>Monocrystalline panels: lower temperature coefficient</a:t>
            </a:r>
          </a:p>
          <a:p>
            <a:pPr lvl="1"/>
            <a:r>
              <a:rPr lang="en-US" sz="1800"/>
              <a:t>Better performance in high temperatures</a:t>
            </a:r>
          </a:p>
          <a:p>
            <a:r>
              <a:rPr lang="en-US" sz="1800"/>
              <a:t>Durability and Lifespan</a:t>
            </a:r>
          </a:p>
          <a:p>
            <a:pPr lvl="1"/>
            <a:r>
              <a:rPr lang="en-US" sz="1800"/>
              <a:t>Both types last 25-30 years</a:t>
            </a:r>
          </a:p>
          <a:p>
            <a:pPr lvl="1"/>
            <a:r>
              <a:rPr lang="en-US" sz="1800"/>
              <a:t>Monocrystalline panels often have longer warranty periods</a:t>
            </a:r>
          </a:p>
        </p:txBody>
      </p:sp>
    </p:spTree>
    <p:extLst>
      <p:ext uri="{BB962C8B-B14F-4D97-AF65-F5344CB8AC3E}">
        <p14:creationId xmlns:p14="http://schemas.microsoft.com/office/powerpoint/2010/main" val="1670306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C14385-8C17-70DE-1574-F557BD9AB46A}"/>
              </a:ext>
            </a:extLst>
          </p:cNvPr>
          <p:cNvSpPr>
            <a:spLocks noGrp="1"/>
          </p:cNvSpPr>
          <p:nvPr>
            <p:ph type="title"/>
          </p:nvPr>
        </p:nvSpPr>
        <p:spPr>
          <a:xfrm>
            <a:off x="1371600" y="457200"/>
            <a:ext cx="5268036" cy="2140145"/>
          </a:xfrm>
        </p:spPr>
        <p:txBody>
          <a:bodyPr vert="horz" lIns="0" tIns="0" rIns="0" bIns="0" rtlCol="0" anchor="b">
            <a:normAutofit/>
          </a:bodyPr>
          <a:lstStyle/>
          <a:p>
            <a:r>
              <a:rPr lang="en-US"/>
              <a:t>Site Assessment</a:t>
            </a:r>
          </a:p>
        </p:txBody>
      </p:sp>
      <p:sp>
        <p:nvSpPr>
          <p:cNvPr id="4" name="Content Placeholder 3">
            <a:extLst>
              <a:ext uri="{FF2B5EF4-FFF2-40B4-BE49-F238E27FC236}">
                <a16:creationId xmlns:a16="http://schemas.microsoft.com/office/drawing/2014/main" id="{059AD961-FAA0-CB4A-1626-836B2D3BBB4D}"/>
              </a:ext>
            </a:extLst>
          </p:cNvPr>
          <p:cNvSpPr>
            <a:spLocks noGrp="1"/>
          </p:cNvSpPr>
          <p:nvPr>
            <p:ph sz="half" idx="2"/>
          </p:nvPr>
        </p:nvSpPr>
        <p:spPr>
          <a:xfrm>
            <a:off x="1371599" y="3054545"/>
            <a:ext cx="5268037" cy="2567508"/>
          </a:xfrm>
        </p:spPr>
        <p:txBody>
          <a:bodyPr vert="horz" lIns="0" tIns="0" rIns="0" bIns="0" rtlCol="0" anchor="t">
            <a:normAutofit/>
          </a:bodyPr>
          <a:lstStyle/>
          <a:p>
            <a:r>
              <a:rPr lang="en-US" sz="1600"/>
              <a:t>Analyze Roof Structure</a:t>
            </a:r>
          </a:p>
          <a:p>
            <a:pPr lvl="1"/>
            <a:r>
              <a:rPr lang="en-US" sz="1600"/>
              <a:t>Ensure it can support the additional weight of solar panels</a:t>
            </a:r>
          </a:p>
          <a:p>
            <a:r>
              <a:rPr lang="en-US" sz="1600"/>
              <a:t>Evaluate Roof Orientation and Tilt</a:t>
            </a:r>
          </a:p>
          <a:p>
            <a:pPr lvl="1"/>
            <a:r>
              <a:rPr lang="en-US" sz="1600"/>
              <a:t>Maximize sunlight exposure</a:t>
            </a:r>
          </a:p>
          <a:p>
            <a:r>
              <a:rPr lang="en-US" sz="1600"/>
              <a:t>Identify Shading Issues</a:t>
            </a:r>
          </a:p>
          <a:p>
            <a:pPr lvl="1"/>
            <a:r>
              <a:rPr lang="en-US" sz="1600"/>
              <a:t>Check for shading from nearby trees or buildings</a:t>
            </a:r>
          </a:p>
        </p:txBody>
      </p:sp>
      <p:pic>
        <p:nvPicPr>
          <p:cNvPr id="5" name="Content Placeholder 4" descr="House roof with photovoltaic modules. Historic farm house with modern solar panels on roof and wall High quality photo">
            <a:extLst>
              <a:ext uri="{FF2B5EF4-FFF2-40B4-BE49-F238E27FC236}">
                <a16:creationId xmlns:a16="http://schemas.microsoft.com/office/drawing/2014/main" id="{1E1328B8-4A46-4502-A540-DCC99EAE7EB3}"/>
              </a:ext>
            </a:extLst>
          </p:cNvPr>
          <p:cNvPicPr>
            <a:picLocks noGrp="1" noChangeAspect="1"/>
          </p:cNvPicPr>
          <p:nvPr>
            <p:ph sz="half" idx="1"/>
          </p:nvPr>
        </p:nvPicPr>
        <p:blipFill>
          <a:blip r:embed="rId3"/>
          <a:srcRect l="25667" r="7582" b="-1"/>
          <a:stretch/>
        </p:blipFill>
        <p:spPr>
          <a:xfrm>
            <a:off x="7047513" y="975645"/>
            <a:ext cx="4443447" cy="4443447"/>
          </a:xfrm>
          <a:custGeom>
            <a:avLst/>
            <a:gdLst/>
            <a:ahLst/>
            <a:cxnLst/>
            <a:rect l="l" t="t" r="r" b="b"/>
            <a:pathLst>
              <a:path w="4694238" h="4694238">
                <a:moveTo>
                  <a:pt x="2347119" y="0"/>
                </a:moveTo>
                <a:cubicBezTo>
                  <a:pt x="3643397" y="0"/>
                  <a:pt x="4694238" y="1050841"/>
                  <a:pt x="4694238" y="2347119"/>
                </a:cubicBezTo>
                <a:cubicBezTo>
                  <a:pt x="4694238" y="3643397"/>
                  <a:pt x="3643397" y="4694238"/>
                  <a:pt x="2347119" y="4694238"/>
                </a:cubicBezTo>
                <a:cubicBezTo>
                  <a:pt x="1050841" y="4694238"/>
                  <a:pt x="0" y="3643397"/>
                  <a:pt x="0" y="2347119"/>
                </a:cubicBezTo>
                <a:cubicBezTo>
                  <a:pt x="0" y="1050841"/>
                  <a:pt x="1050841" y="0"/>
                  <a:pt x="2347119" y="0"/>
                </a:cubicBezTo>
                <a:close/>
              </a:path>
            </a:pathLst>
          </a:custGeom>
        </p:spPr>
      </p:pic>
      <p:sp>
        <p:nvSpPr>
          <p:cNvPr id="16" name="Rectangle 1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70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3428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1E9301-A7D6-B615-DDAC-B284379B9ED6}"/>
              </a:ext>
            </a:extLst>
          </p:cNvPr>
          <p:cNvSpPr>
            <a:spLocks noGrp="1"/>
          </p:cNvSpPr>
          <p:nvPr>
            <p:ph type="title"/>
          </p:nvPr>
        </p:nvSpPr>
        <p:spPr>
          <a:xfrm>
            <a:off x="1371600" y="457200"/>
            <a:ext cx="4911393" cy="1556724"/>
          </a:xfrm>
        </p:spPr>
        <p:txBody>
          <a:bodyPr vert="horz" lIns="0" tIns="0" rIns="0" bIns="0" rtlCol="0" anchor="b">
            <a:normAutofit/>
          </a:bodyPr>
          <a:lstStyle/>
          <a:p>
            <a:r>
              <a:rPr lang="en-US"/>
              <a:t>Mounting the Panels</a:t>
            </a:r>
          </a:p>
        </p:txBody>
      </p:sp>
      <p:sp>
        <p:nvSpPr>
          <p:cNvPr id="4" name="Content Placeholder 3">
            <a:extLst>
              <a:ext uri="{FF2B5EF4-FFF2-40B4-BE49-F238E27FC236}">
                <a16:creationId xmlns:a16="http://schemas.microsoft.com/office/drawing/2014/main" id="{155CB43F-9AC4-CEB1-C867-973D21D2E309}"/>
              </a:ext>
            </a:extLst>
          </p:cNvPr>
          <p:cNvSpPr>
            <a:spLocks noGrp="1"/>
          </p:cNvSpPr>
          <p:nvPr>
            <p:ph sz="half" idx="2"/>
          </p:nvPr>
        </p:nvSpPr>
        <p:spPr>
          <a:xfrm>
            <a:off x="1371601" y="2345635"/>
            <a:ext cx="4911392" cy="3583940"/>
          </a:xfrm>
        </p:spPr>
        <p:txBody>
          <a:bodyPr vert="horz" lIns="0" tIns="0" rIns="0" bIns="0" rtlCol="0" anchor="t">
            <a:normAutofit/>
          </a:bodyPr>
          <a:lstStyle/>
          <a:p>
            <a:r>
              <a:rPr lang="en-US" sz="1600"/>
              <a:t>Sturdy Mounting System</a:t>
            </a:r>
          </a:p>
          <a:p>
            <a:pPr lvl="1"/>
            <a:r>
              <a:rPr lang="en-US" sz="1600"/>
              <a:t>Withstands local weather conditions</a:t>
            </a:r>
          </a:p>
          <a:p>
            <a:pPr lvl="1"/>
            <a:r>
              <a:rPr lang="en-US" sz="1600"/>
              <a:t>Handles high winds and heavy snow loads</a:t>
            </a:r>
          </a:p>
          <a:p>
            <a:r>
              <a:rPr lang="en-US" sz="1600"/>
              <a:t>Optimal Tilt Angle</a:t>
            </a:r>
          </a:p>
          <a:p>
            <a:pPr lvl="1"/>
            <a:r>
              <a:rPr lang="en-US" sz="1600"/>
              <a:t>Typically between 30-45 degrees</a:t>
            </a:r>
          </a:p>
          <a:p>
            <a:pPr lvl="1"/>
            <a:r>
              <a:rPr lang="en-US" sz="1600"/>
              <a:t>Maximizes solar exposure</a:t>
            </a:r>
          </a:p>
          <a:p>
            <a:r>
              <a:rPr lang="en-US" sz="1600"/>
              <a:t>Proper Spacing Between Panels</a:t>
            </a:r>
          </a:p>
          <a:p>
            <a:pPr lvl="1"/>
            <a:r>
              <a:rPr lang="en-US" sz="1600"/>
              <a:t>Allows for thermal expansion</a:t>
            </a:r>
          </a:p>
          <a:p>
            <a:pPr lvl="1"/>
            <a:r>
              <a:rPr lang="en-US" sz="1600"/>
              <a:t>Ensures adequate ventilation</a:t>
            </a:r>
          </a:p>
        </p:txBody>
      </p:sp>
      <p:pic>
        <p:nvPicPr>
          <p:cNvPr id="5" name="Content Placeholder 4" descr="Solar panel. Photo-voltaic module. 3d illustration.">
            <a:extLst>
              <a:ext uri="{FF2B5EF4-FFF2-40B4-BE49-F238E27FC236}">
                <a16:creationId xmlns:a16="http://schemas.microsoft.com/office/drawing/2014/main" id="{F04F43C4-B48E-4B87-A505-18B03F1CB446}"/>
              </a:ext>
            </a:extLst>
          </p:cNvPr>
          <p:cNvPicPr>
            <a:picLocks noGrp="1" noChangeAspect="1"/>
          </p:cNvPicPr>
          <p:nvPr>
            <p:ph sz="half" idx="1"/>
          </p:nvPr>
        </p:nvPicPr>
        <p:blipFill>
          <a:blip r:embed="rId3"/>
          <a:stretch>
            <a:fillRect/>
          </a:stretch>
        </p:blipFill>
        <p:spPr>
          <a:xfrm>
            <a:off x="6644639" y="1761780"/>
            <a:ext cx="5090161" cy="2863215"/>
          </a:xfrm>
          <a:prstGeom prst="rect">
            <a:avLst/>
          </a:prstGeom>
        </p:spPr>
      </p:pic>
      <p:sp>
        <p:nvSpPr>
          <p:cNvPr id="16" name="Rectangle 15">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2080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C5CC17-FF17-43CF-B073-D9051465D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BE2DDC-0D14-44E6-A1AB-2EEC09507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7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543D98-0AA2-43B4-B508-DC1DB7F3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2414" y="1406060"/>
            <a:ext cx="6857572" cy="4045450"/>
          </a:xfrm>
          <a:prstGeom prst="rect">
            <a:avLst/>
          </a:prstGeom>
          <a:gradFill>
            <a:gsLst>
              <a:gs pos="0">
                <a:schemeClr val="accent4">
                  <a:alpha val="0"/>
                </a:schemeClr>
              </a:gs>
              <a:gs pos="96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723C1D-9A1A-465B-8164-483BF5426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98889" y="3617790"/>
            <a:ext cx="2453337" cy="4027079"/>
          </a:xfrm>
          <a:prstGeom prst="rect">
            <a:avLst/>
          </a:prstGeom>
          <a:gradFill>
            <a:gsLst>
              <a:gs pos="2000">
                <a:schemeClr val="accent5">
                  <a:alpha val="35000"/>
                </a:schemeClr>
              </a:gs>
              <a:gs pos="67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6680484-5F73-4078-85C2-415205B1A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30441" y="1644149"/>
            <a:ext cx="4384532" cy="4196758"/>
          </a:xfrm>
          <a:custGeom>
            <a:avLst/>
            <a:gdLst>
              <a:gd name="connsiteX0" fmla="*/ 44539 w 4384532"/>
              <a:gd name="connsiteY0" fmla="*/ 2446310 h 4196758"/>
              <a:gd name="connsiteX1" fmla="*/ 0 w 4384532"/>
              <a:gd name="connsiteY1" fmla="*/ 2004492 h 4196758"/>
              <a:gd name="connsiteX2" fmla="*/ 500607 w 4384532"/>
              <a:gd name="connsiteY2" fmla="*/ 610007 h 4196758"/>
              <a:gd name="connsiteX3" fmla="*/ 589546 w 4384532"/>
              <a:gd name="connsiteY3" fmla="*/ 512149 h 4196758"/>
              <a:gd name="connsiteX4" fmla="*/ 3077760 w 4384532"/>
              <a:gd name="connsiteY4" fmla="*/ 0 h 4196758"/>
              <a:gd name="connsiteX5" fmla="*/ 3237230 w 4384532"/>
              <a:gd name="connsiteY5" fmla="*/ 76821 h 4196758"/>
              <a:gd name="connsiteX6" fmla="*/ 4384532 w 4384532"/>
              <a:gd name="connsiteY6" fmla="*/ 2004492 h 4196758"/>
              <a:gd name="connsiteX7" fmla="*/ 2192266 w 4384532"/>
              <a:gd name="connsiteY7" fmla="*/ 4196758 h 4196758"/>
              <a:gd name="connsiteX8" fmla="*/ 44539 w 4384532"/>
              <a:gd name="connsiteY8" fmla="*/ 2446310 h 41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4532" h="4196758">
                <a:moveTo>
                  <a:pt x="44539" y="2446310"/>
                </a:moveTo>
                <a:cubicBezTo>
                  <a:pt x="15336" y="2303599"/>
                  <a:pt x="0" y="2155836"/>
                  <a:pt x="0" y="2004492"/>
                </a:cubicBezTo>
                <a:cubicBezTo>
                  <a:pt x="0" y="1474787"/>
                  <a:pt x="187867" y="988960"/>
                  <a:pt x="500607" y="610007"/>
                </a:cubicBezTo>
                <a:lnTo>
                  <a:pt x="589546" y="512149"/>
                </a:lnTo>
                <a:lnTo>
                  <a:pt x="3077760" y="0"/>
                </a:lnTo>
                <a:lnTo>
                  <a:pt x="3237230" y="76821"/>
                </a:lnTo>
                <a:cubicBezTo>
                  <a:pt x="3920615" y="448057"/>
                  <a:pt x="4384532" y="1172098"/>
                  <a:pt x="4384532" y="2004492"/>
                </a:cubicBezTo>
                <a:cubicBezTo>
                  <a:pt x="4384532" y="3215247"/>
                  <a:pt x="3403021" y="4196758"/>
                  <a:pt x="2192266" y="4196758"/>
                </a:cubicBezTo>
                <a:cubicBezTo>
                  <a:pt x="1132855" y="4196758"/>
                  <a:pt x="248960" y="3445288"/>
                  <a:pt x="44539" y="2446310"/>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17D3C41-48A9-3299-D026-0A6CD6FC6190}"/>
              </a:ext>
            </a:extLst>
          </p:cNvPr>
          <p:cNvSpPr>
            <a:spLocks noGrp="1"/>
          </p:cNvSpPr>
          <p:nvPr>
            <p:ph type="title"/>
          </p:nvPr>
        </p:nvSpPr>
        <p:spPr>
          <a:xfrm>
            <a:off x="387927" y="1028701"/>
            <a:ext cx="3248863" cy="3020785"/>
          </a:xfrm>
        </p:spPr>
        <p:txBody>
          <a:bodyPr>
            <a:normAutofit/>
          </a:bodyPr>
          <a:lstStyle/>
          <a:p>
            <a:pPr algn="r"/>
            <a:r>
              <a:rPr lang="en-US" sz="2200">
                <a:solidFill>
                  <a:schemeClr val="bg1"/>
                </a:solidFill>
              </a:rPr>
              <a:t>Electrical Connections</a:t>
            </a:r>
          </a:p>
        </p:txBody>
      </p:sp>
      <p:sp>
        <p:nvSpPr>
          <p:cNvPr id="3" name="Content Placeholder 2">
            <a:extLst>
              <a:ext uri="{FF2B5EF4-FFF2-40B4-BE49-F238E27FC236}">
                <a16:creationId xmlns:a16="http://schemas.microsoft.com/office/drawing/2014/main" id="{332D3B64-F023-268C-F493-714ED9058923}"/>
              </a:ext>
            </a:extLst>
          </p:cNvPr>
          <p:cNvSpPr>
            <a:spLocks noGrp="1"/>
          </p:cNvSpPr>
          <p:nvPr>
            <p:ph idx="1"/>
          </p:nvPr>
        </p:nvSpPr>
        <p:spPr>
          <a:xfrm>
            <a:off x="4777409" y="1028702"/>
            <a:ext cx="6273972" cy="4843462"/>
          </a:xfrm>
        </p:spPr>
        <p:txBody>
          <a:bodyPr>
            <a:normAutofit/>
          </a:bodyPr>
          <a:lstStyle/>
          <a:p>
            <a:r>
              <a:rPr lang="en-US" sz="1800"/>
              <a:t>Hire a Certified Electrician</a:t>
            </a:r>
          </a:p>
          <a:p>
            <a:pPr lvl="1"/>
            <a:r>
              <a:rPr lang="en-US" sz="1800"/>
              <a:t>Ensure safety and compliance with local codes</a:t>
            </a:r>
          </a:p>
          <a:p>
            <a:r>
              <a:rPr lang="en-US" sz="1800"/>
              <a:t>Install an Inverter</a:t>
            </a:r>
          </a:p>
          <a:p>
            <a:pPr lvl="1"/>
            <a:r>
              <a:rPr lang="en-US" sz="1800"/>
              <a:t>Convert DC electricity to AC electricity for home use</a:t>
            </a:r>
          </a:p>
          <a:p>
            <a:r>
              <a:rPr lang="en-US" sz="1800"/>
              <a:t>Consider Battery Storage System</a:t>
            </a:r>
          </a:p>
          <a:p>
            <a:pPr lvl="1"/>
            <a:r>
              <a:rPr lang="en-US" sz="1800"/>
              <a:t>Store energy for use during non-sunny periods</a:t>
            </a:r>
          </a:p>
        </p:txBody>
      </p:sp>
    </p:spTree>
    <p:extLst>
      <p:ext uri="{BB962C8B-B14F-4D97-AF65-F5344CB8AC3E}">
        <p14:creationId xmlns:p14="http://schemas.microsoft.com/office/powerpoint/2010/main" val="202178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774F6B-461A-B3F8-4AF8-728BDA6C3796}"/>
              </a:ext>
            </a:extLst>
          </p:cNvPr>
          <p:cNvSpPr>
            <a:spLocks noGrp="1"/>
          </p:cNvSpPr>
          <p:nvPr>
            <p:ph type="title"/>
          </p:nvPr>
        </p:nvSpPr>
        <p:spPr>
          <a:xfrm>
            <a:off x="1380236" y="286601"/>
            <a:ext cx="5929422" cy="1852976"/>
          </a:xfrm>
        </p:spPr>
        <p:txBody>
          <a:bodyPr vert="horz" lIns="0" tIns="0" rIns="0" bIns="0" rtlCol="0" anchor="b">
            <a:normAutofit/>
          </a:bodyPr>
          <a:lstStyle/>
          <a:p>
            <a:r>
              <a:rPr lang="en-US" sz="4000"/>
              <a:t>Cleaning and Inspection</a:t>
            </a:r>
          </a:p>
        </p:txBody>
      </p:sp>
      <p:sp>
        <p:nvSpPr>
          <p:cNvPr id="4" name="Content Placeholder 3">
            <a:extLst>
              <a:ext uri="{FF2B5EF4-FFF2-40B4-BE49-F238E27FC236}">
                <a16:creationId xmlns:a16="http://schemas.microsoft.com/office/drawing/2014/main" id="{DDDF476E-9B54-F8B4-5E0C-D4FEBB0A55B0}"/>
              </a:ext>
            </a:extLst>
          </p:cNvPr>
          <p:cNvSpPr>
            <a:spLocks noGrp="1"/>
          </p:cNvSpPr>
          <p:nvPr>
            <p:ph sz="half" idx="2"/>
          </p:nvPr>
        </p:nvSpPr>
        <p:spPr>
          <a:xfrm>
            <a:off x="1380237" y="2621381"/>
            <a:ext cx="5929422" cy="3322219"/>
          </a:xfrm>
        </p:spPr>
        <p:txBody>
          <a:bodyPr vert="horz" lIns="0" tIns="0" rIns="0" bIns="0" rtlCol="0">
            <a:normAutofit/>
          </a:bodyPr>
          <a:lstStyle/>
          <a:p>
            <a:pPr>
              <a:lnSpc>
                <a:spcPct val="110000"/>
              </a:lnSpc>
            </a:pPr>
            <a:r>
              <a:rPr lang="en-US" sz="1700"/>
              <a:t>Regular Cleaning</a:t>
            </a:r>
          </a:p>
          <a:p>
            <a:pPr lvl="1">
              <a:lnSpc>
                <a:spcPct val="110000"/>
              </a:lnSpc>
            </a:pPr>
            <a:r>
              <a:rPr lang="en-US" sz="1700"/>
              <a:t>Remove dirt, dust, and debris</a:t>
            </a:r>
          </a:p>
          <a:p>
            <a:pPr lvl="1">
              <a:lnSpc>
                <a:spcPct val="110000"/>
              </a:lnSpc>
            </a:pPr>
            <a:r>
              <a:rPr lang="en-US" sz="1700"/>
              <a:t>Enhances efficiency</a:t>
            </a:r>
          </a:p>
          <a:p>
            <a:pPr>
              <a:lnSpc>
                <a:spcPct val="110000"/>
              </a:lnSpc>
            </a:pPr>
            <a:r>
              <a:rPr lang="en-US" sz="1700"/>
              <a:t>Inspection</a:t>
            </a:r>
          </a:p>
          <a:p>
            <a:pPr lvl="1">
              <a:lnSpc>
                <a:spcPct val="110000"/>
              </a:lnSpc>
            </a:pPr>
            <a:r>
              <a:rPr lang="en-US" sz="1700"/>
              <a:t>Check for damage or wear</a:t>
            </a:r>
          </a:p>
          <a:p>
            <a:pPr lvl="1">
              <a:lnSpc>
                <a:spcPct val="110000"/>
              </a:lnSpc>
            </a:pPr>
            <a:r>
              <a:rPr lang="en-US" sz="1700"/>
              <a:t>Especially after severe weather</a:t>
            </a:r>
          </a:p>
          <a:p>
            <a:pPr>
              <a:lnSpc>
                <a:spcPct val="110000"/>
              </a:lnSpc>
            </a:pPr>
            <a:r>
              <a:rPr lang="en-US" sz="1700"/>
              <a:t>Electrical Connections</a:t>
            </a:r>
          </a:p>
          <a:p>
            <a:pPr lvl="1">
              <a:lnSpc>
                <a:spcPct val="110000"/>
              </a:lnSpc>
            </a:pPr>
            <a:r>
              <a:rPr lang="en-US" sz="1700"/>
              <a:t>Check periodically</a:t>
            </a:r>
          </a:p>
          <a:p>
            <a:pPr lvl="1">
              <a:lnSpc>
                <a:spcPct val="110000"/>
              </a:lnSpc>
            </a:pPr>
            <a:r>
              <a:rPr lang="en-US" sz="1700"/>
              <a:t>Ensure correct functioning</a:t>
            </a:r>
          </a:p>
        </p:txBody>
      </p:sp>
      <p:sp>
        <p:nvSpPr>
          <p:cNvPr id="16" name="Rectangle 15">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Male Electricity Engineer inspect and maintenance electric power system in generator at solar plant. Technician checklist work and service on switchgear at substation control.">
            <a:extLst>
              <a:ext uri="{FF2B5EF4-FFF2-40B4-BE49-F238E27FC236}">
                <a16:creationId xmlns:a16="http://schemas.microsoft.com/office/drawing/2014/main" id="{5D28E05A-AC5C-4B83-91FF-032A08A534FC}"/>
              </a:ext>
            </a:extLst>
          </p:cNvPr>
          <p:cNvPicPr>
            <a:picLocks noGrp="1" noChangeAspect="1"/>
          </p:cNvPicPr>
          <p:nvPr>
            <p:ph sz="half" idx="1"/>
          </p:nvPr>
        </p:nvPicPr>
        <p:blipFill>
          <a:blip r:embed="rId3"/>
          <a:srcRect r="4851" b="3"/>
          <a:stretch/>
        </p:blipFill>
        <p:spPr>
          <a:xfrm>
            <a:off x="8115300" y="-12515"/>
            <a:ext cx="4076700" cy="6418631"/>
          </a:xfrm>
          <a:prstGeom prst="rect">
            <a:avLst/>
          </a:prstGeom>
        </p:spPr>
      </p:pic>
    </p:spTree>
    <p:extLst>
      <p:ext uri="{BB962C8B-B14F-4D97-AF65-F5344CB8AC3E}">
        <p14:creationId xmlns:p14="http://schemas.microsoft.com/office/powerpoint/2010/main" val="2311632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D1BDEC-9585-1774-06A1-2AEA738E2247}"/>
              </a:ext>
            </a:extLst>
          </p:cNvPr>
          <p:cNvSpPr>
            <a:spLocks noGrp="1"/>
          </p:cNvSpPr>
          <p:nvPr>
            <p:ph type="title"/>
          </p:nvPr>
        </p:nvSpPr>
        <p:spPr>
          <a:xfrm>
            <a:off x="1371600" y="457200"/>
            <a:ext cx="4911393" cy="1556724"/>
          </a:xfrm>
        </p:spPr>
        <p:txBody>
          <a:bodyPr vert="horz" lIns="0" tIns="0" rIns="0" bIns="0" rtlCol="0" anchor="b">
            <a:normAutofit/>
          </a:bodyPr>
          <a:lstStyle/>
          <a:p>
            <a:r>
              <a:rPr lang="en-US"/>
              <a:t>Professional Maintenance</a:t>
            </a:r>
          </a:p>
        </p:txBody>
      </p:sp>
      <p:sp>
        <p:nvSpPr>
          <p:cNvPr id="4" name="Content Placeholder 3">
            <a:extLst>
              <a:ext uri="{FF2B5EF4-FFF2-40B4-BE49-F238E27FC236}">
                <a16:creationId xmlns:a16="http://schemas.microsoft.com/office/drawing/2014/main" id="{D6BF5C61-545A-DB2D-F000-0AB1F8F87ADE}"/>
              </a:ext>
            </a:extLst>
          </p:cNvPr>
          <p:cNvSpPr>
            <a:spLocks noGrp="1"/>
          </p:cNvSpPr>
          <p:nvPr>
            <p:ph sz="half" idx="2"/>
          </p:nvPr>
        </p:nvSpPr>
        <p:spPr>
          <a:xfrm>
            <a:off x="1371601" y="2345635"/>
            <a:ext cx="4911392" cy="3583940"/>
          </a:xfrm>
        </p:spPr>
        <p:txBody>
          <a:bodyPr vert="horz" lIns="0" tIns="0" rIns="0" bIns="0" rtlCol="0" anchor="t">
            <a:normAutofit/>
          </a:bodyPr>
          <a:lstStyle/>
          <a:p>
            <a:r>
              <a:rPr lang="en-US" sz="1600"/>
              <a:t>Importance of Annual Inspections</a:t>
            </a:r>
          </a:p>
          <a:p>
            <a:pPr lvl="1"/>
            <a:r>
              <a:rPr lang="en-US" sz="1600"/>
              <a:t>Ensures optimal performance of equipment</a:t>
            </a:r>
          </a:p>
          <a:p>
            <a:pPr lvl="1"/>
            <a:r>
              <a:rPr lang="en-US" sz="1600"/>
              <a:t>Identifies potential issues early</a:t>
            </a:r>
          </a:p>
          <a:p>
            <a:r>
              <a:rPr lang="en-US" sz="1600"/>
              <a:t>Professional Maintenance</a:t>
            </a:r>
          </a:p>
          <a:p>
            <a:pPr lvl="1"/>
            <a:r>
              <a:rPr lang="en-US" sz="1600"/>
              <a:t>Performed by certified technicians</a:t>
            </a:r>
          </a:p>
          <a:p>
            <a:pPr lvl="1"/>
            <a:r>
              <a:rPr lang="en-US" sz="1600"/>
              <a:t>Includes thorough checks and necessary repairs</a:t>
            </a:r>
          </a:p>
          <a:p>
            <a:r>
              <a:rPr lang="en-US" sz="1600"/>
              <a:t>Scheduling Inspections</a:t>
            </a:r>
          </a:p>
          <a:p>
            <a:pPr lvl="1"/>
            <a:r>
              <a:rPr lang="en-US" sz="1600"/>
              <a:t>At least once a year</a:t>
            </a:r>
          </a:p>
          <a:p>
            <a:pPr lvl="1"/>
            <a:r>
              <a:rPr lang="en-US" sz="1600"/>
              <a:t>Can be scheduled more frequently if needed</a:t>
            </a:r>
          </a:p>
        </p:txBody>
      </p:sp>
      <p:pic>
        <p:nvPicPr>
          <p:cNvPr id="5" name="Content Placeholder 4" descr="Men working on wiring">
            <a:extLst>
              <a:ext uri="{FF2B5EF4-FFF2-40B4-BE49-F238E27FC236}">
                <a16:creationId xmlns:a16="http://schemas.microsoft.com/office/drawing/2014/main" id="{90C332F8-6347-45E9-95F3-6D6BBD2D2B4E}"/>
              </a:ext>
            </a:extLst>
          </p:cNvPr>
          <p:cNvPicPr>
            <a:picLocks noGrp="1" noChangeAspect="1"/>
          </p:cNvPicPr>
          <p:nvPr>
            <p:ph sz="half" idx="1"/>
          </p:nvPr>
        </p:nvPicPr>
        <p:blipFill>
          <a:blip r:embed="rId3"/>
          <a:stretch>
            <a:fillRect/>
          </a:stretch>
        </p:blipFill>
        <p:spPr>
          <a:xfrm>
            <a:off x="6644639" y="1494546"/>
            <a:ext cx="5090161" cy="3397683"/>
          </a:xfrm>
          <a:prstGeom prst="rect">
            <a:avLst/>
          </a:prstGeom>
        </p:spPr>
      </p:pic>
      <p:sp>
        <p:nvSpPr>
          <p:cNvPr id="16" name="Rectangle 15">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8544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16" name="Rectangle 15">
            <a:extLst>
              <a:ext uri="{FF2B5EF4-FFF2-40B4-BE49-F238E27FC236}">
                <a16:creationId xmlns:a16="http://schemas.microsoft.com/office/drawing/2014/main" id="{81097DDE-1D45-40A7-9F85-72AD9472A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C4FE2-5362-FB30-4461-17307BE10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tx2">
                  <a:lumMod val="50000"/>
                  <a:lumOff val="50000"/>
                  <a:alpha val="3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olar panels on the roof of an administrative building. Black wall panels.">
            <a:extLst>
              <a:ext uri="{FF2B5EF4-FFF2-40B4-BE49-F238E27FC236}">
                <a16:creationId xmlns:a16="http://schemas.microsoft.com/office/drawing/2014/main" id="{70DBC2BF-E3B6-45DD-95CA-20A401897E89}"/>
              </a:ext>
            </a:extLst>
          </p:cNvPr>
          <p:cNvPicPr>
            <a:picLocks noGrp="1" noChangeAspect="1"/>
          </p:cNvPicPr>
          <p:nvPr>
            <p:ph sz="half" idx="1"/>
          </p:nvPr>
        </p:nvPicPr>
        <p:blipFill>
          <a:blip r:embed="rId3"/>
          <a:srcRect l="14262" r="11167" b="-1"/>
          <a:stretch/>
        </p:blipFill>
        <p:spPr>
          <a:xfrm>
            <a:off x="614679" y="1901952"/>
            <a:ext cx="4801194" cy="4297680"/>
          </a:xfrm>
          <a:prstGeom prst="rect">
            <a:avLst/>
          </a:prstGeom>
        </p:spPr>
      </p:pic>
      <p:sp>
        <p:nvSpPr>
          <p:cNvPr id="2" name="Title 1">
            <a:extLst>
              <a:ext uri="{FF2B5EF4-FFF2-40B4-BE49-F238E27FC236}">
                <a16:creationId xmlns:a16="http://schemas.microsoft.com/office/drawing/2014/main" id="{912FC168-0126-5DFC-E997-69FB34B1E427}"/>
              </a:ext>
            </a:extLst>
          </p:cNvPr>
          <p:cNvSpPr>
            <a:spLocks noGrp="1"/>
          </p:cNvSpPr>
          <p:nvPr>
            <p:ph type="title"/>
          </p:nvPr>
        </p:nvSpPr>
        <p:spPr>
          <a:xfrm>
            <a:off x="614679" y="457200"/>
            <a:ext cx="4779572" cy="1298448"/>
          </a:xfrm>
        </p:spPr>
        <p:txBody>
          <a:bodyPr vert="horz" lIns="0" tIns="0" rIns="0" bIns="0" rtlCol="0" anchor="t">
            <a:normAutofit/>
          </a:bodyPr>
          <a:lstStyle/>
          <a:p>
            <a:r>
              <a:rPr lang="en-US" sz="3100"/>
              <a:t>Environmental Benefits</a:t>
            </a:r>
          </a:p>
        </p:txBody>
      </p:sp>
      <p:sp>
        <p:nvSpPr>
          <p:cNvPr id="4" name="Content Placeholder 3">
            <a:extLst>
              <a:ext uri="{FF2B5EF4-FFF2-40B4-BE49-F238E27FC236}">
                <a16:creationId xmlns:a16="http://schemas.microsoft.com/office/drawing/2014/main" id="{AC492890-AD19-1B2A-279C-D98BBB4010FE}"/>
              </a:ext>
            </a:extLst>
          </p:cNvPr>
          <p:cNvSpPr>
            <a:spLocks noGrp="1"/>
          </p:cNvSpPr>
          <p:nvPr>
            <p:ph sz="half" idx="2"/>
          </p:nvPr>
        </p:nvSpPr>
        <p:spPr>
          <a:xfrm>
            <a:off x="6030550" y="457201"/>
            <a:ext cx="5639127" cy="5760720"/>
          </a:xfrm>
        </p:spPr>
        <p:txBody>
          <a:bodyPr vert="horz" lIns="0" tIns="0" rIns="0" bIns="0" rtlCol="0" anchor="t">
            <a:normAutofit/>
          </a:bodyPr>
          <a:lstStyle/>
          <a:p>
            <a:r>
              <a:rPr lang="en-US" sz="1800"/>
              <a:t>Reduction in Carbon Footprint</a:t>
            </a:r>
          </a:p>
          <a:p>
            <a:pPr lvl="1"/>
            <a:r>
              <a:rPr lang="en-US" sz="1800"/>
              <a:t>Solar panels produce clean, renewable energy</a:t>
            </a:r>
          </a:p>
          <a:p>
            <a:pPr lvl="1"/>
            <a:r>
              <a:rPr lang="en-US" sz="1800"/>
              <a:t>Reduces reliance on fossil fuels</a:t>
            </a:r>
          </a:p>
          <a:p>
            <a:pPr lvl="1"/>
            <a:r>
              <a:rPr lang="en-US" sz="1800"/>
              <a:t>Lowers greenhouse gas emissions</a:t>
            </a:r>
          </a:p>
          <a:p>
            <a:r>
              <a:rPr lang="en-US" sz="1800"/>
              <a:t>Energy Independence</a:t>
            </a:r>
          </a:p>
          <a:p>
            <a:pPr lvl="1"/>
            <a:r>
              <a:rPr lang="en-US" sz="1800"/>
              <a:t>Generate your own electricity</a:t>
            </a:r>
          </a:p>
          <a:p>
            <a:pPr lvl="1"/>
            <a:r>
              <a:rPr lang="en-US" sz="1800"/>
              <a:t>Reduce dependence on the grid</a:t>
            </a:r>
          </a:p>
          <a:p>
            <a:pPr lvl="1"/>
            <a:r>
              <a:rPr lang="en-US" sz="1800"/>
              <a:t>Contribute to energy security</a:t>
            </a:r>
          </a:p>
          <a:p>
            <a:r>
              <a:rPr lang="en-US" sz="1800"/>
              <a:t>Sustainable Investment</a:t>
            </a:r>
          </a:p>
          <a:p>
            <a:pPr lvl="1"/>
            <a:r>
              <a:rPr lang="en-US" sz="1800"/>
              <a:t>Abundant solar energy resource</a:t>
            </a:r>
          </a:p>
          <a:p>
            <a:pPr lvl="1"/>
            <a:r>
              <a:rPr lang="en-US" sz="1800"/>
              <a:t>Does not deplete natural resources</a:t>
            </a:r>
          </a:p>
          <a:p>
            <a:pPr lvl="1"/>
            <a:r>
              <a:rPr lang="en-US" sz="1800"/>
              <a:t>Environmentally friendly</a:t>
            </a:r>
          </a:p>
        </p:txBody>
      </p:sp>
    </p:spTree>
    <p:extLst>
      <p:ext uri="{BB962C8B-B14F-4D97-AF65-F5344CB8AC3E}">
        <p14:creationId xmlns:p14="http://schemas.microsoft.com/office/powerpoint/2010/main" val="2101577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2E6340-61B9-D1E3-2634-A5F8370DF83A}"/>
              </a:ext>
            </a:extLst>
          </p:cNvPr>
          <p:cNvSpPr>
            <a:spLocks noGrp="1"/>
          </p:cNvSpPr>
          <p:nvPr>
            <p:ph type="title"/>
          </p:nvPr>
        </p:nvSpPr>
        <p:spPr>
          <a:xfrm>
            <a:off x="1135856" y="908649"/>
            <a:ext cx="4079720" cy="3977676"/>
          </a:xfrm>
        </p:spPr>
        <p:txBody>
          <a:bodyPr anchor="t">
            <a:normAutofit/>
          </a:bodyPr>
          <a:lstStyle/>
          <a:p>
            <a:pPr algn="r"/>
            <a:r>
              <a:rPr lang="en-US" sz="4000"/>
              <a:t>Cost Savings Over Time</a:t>
            </a:r>
          </a:p>
        </p:txBody>
      </p:sp>
      <p:sp>
        <p:nvSpPr>
          <p:cNvPr id="3" name="Content Placeholder 2">
            <a:extLst>
              <a:ext uri="{FF2B5EF4-FFF2-40B4-BE49-F238E27FC236}">
                <a16:creationId xmlns:a16="http://schemas.microsoft.com/office/drawing/2014/main" id="{A8924E2E-F792-743E-4617-32BA663969E1}"/>
              </a:ext>
            </a:extLst>
          </p:cNvPr>
          <p:cNvSpPr>
            <a:spLocks noGrp="1"/>
          </p:cNvSpPr>
          <p:nvPr>
            <p:ph idx="1"/>
          </p:nvPr>
        </p:nvSpPr>
        <p:spPr>
          <a:xfrm>
            <a:off x="5701896" y="964889"/>
            <a:ext cx="5118505" cy="4909137"/>
          </a:xfrm>
        </p:spPr>
        <p:txBody>
          <a:bodyPr>
            <a:normAutofit/>
          </a:bodyPr>
          <a:lstStyle/>
          <a:p>
            <a:r>
              <a:rPr lang="en-US" sz="1700"/>
              <a:t>Initial Investment</a:t>
            </a:r>
          </a:p>
          <a:p>
            <a:pPr lvl="1"/>
            <a:r>
              <a:rPr lang="en-US" sz="1700"/>
              <a:t>Upfront cost can be significant</a:t>
            </a:r>
          </a:p>
          <a:p>
            <a:pPr lvl="1"/>
            <a:r>
              <a:rPr lang="en-US" sz="1700"/>
              <a:t>Incentives and tax credits available</a:t>
            </a:r>
          </a:p>
          <a:p>
            <a:r>
              <a:rPr lang="en-US" sz="1700"/>
              <a:t>Energy Bill Savings</a:t>
            </a:r>
          </a:p>
          <a:p>
            <a:pPr lvl="1"/>
            <a:r>
              <a:rPr lang="en-US" sz="1700"/>
              <a:t>Can reduce or eliminate monthly electricity bills</a:t>
            </a:r>
          </a:p>
          <a:p>
            <a:pPr lvl="1"/>
            <a:r>
              <a:rPr lang="en-US" sz="1700"/>
              <a:t>Leads to substantial savings over time</a:t>
            </a:r>
          </a:p>
          <a:p>
            <a:r>
              <a:rPr lang="en-US" sz="1700"/>
              <a:t>Return on Investment</a:t>
            </a:r>
          </a:p>
          <a:p>
            <a:pPr lvl="1"/>
            <a:r>
              <a:rPr lang="en-US" sz="1700"/>
              <a:t>Most homeowners see ROI within 5-10 years</a:t>
            </a:r>
          </a:p>
          <a:p>
            <a:pPr lvl="1"/>
            <a:r>
              <a:rPr lang="en-US" sz="1700"/>
              <a:t>Continued savings for the system's lifespan</a:t>
            </a:r>
          </a:p>
          <a:p>
            <a:r>
              <a:rPr lang="en-US" sz="1700"/>
              <a:t>Increased Home Value</a:t>
            </a:r>
          </a:p>
          <a:p>
            <a:pPr lvl="1"/>
            <a:r>
              <a:rPr lang="en-US" sz="1700"/>
              <a:t>Solar panels can increase market value</a:t>
            </a:r>
          </a:p>
          <a:p>
            <a:pPr lvl="1"/>
            <a:r>
              <a:rPr lang="en-US" sz="1700"/>
              <a:t>Makes home more attractive to buyers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417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1D6A2A3-F101-46F7-8B6F-1C699CAFE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E82B83-DEC7-93CF-39D5-41209C38C63E}"/>
              </a:ext>
            </a:extLst>
          </p:cNvPr>
          <p:cNvSpPr>
            <a:spLocks noGrp="1"/>
          </p:cNvSpPr>
          <p:nvPr>
            <p:ph type="title"/>
          </p:nvPr>
        </p:nvSpPr>
        <p:spPr>
          <a:xfrm>
            <a:off x="1371600" y="457200"/>
            <a:ext cx="4911393" cy="1556724"/>
          </a:xfrm>
        </p:spPr>
        <p:txBody>
          <a:bodyPr vert="horz" lIns="0" tIns="0" rIns="0" bIns="0" rtlCol="0" anchor="b">
            <a:normAutofit/>
          </a:bodyPr>
          <a:lstStyle/>
          <a:p>
            <a:r>
              <a:rPr lang="en-US"/>
              <a:t>Base Prices</a:t>
            </a:r>
          </a:p>
        </p:txBody>
      </p:sp>
      <p:sp>
        <p:nvSpPr>
          <p:cNvPr id="4" name="Content Placeholder 3">
            <a:extLst>
              <a:ext uri="{FF2B5EF4-FFF2-40B4-BE49-F238E27FC236}">
                <a16:creationId xmlns:a16="http://schemas.microsoft.com/office/drawing/2014/main" id="{746FEFA2-41BC-F563-B5F0-F7D28EF82B21}"/>
              </a:ext>
            </a:extLst>
          </p:cNvPr>
          <p:cNvSpPr>
            <a:spLocks noGrp="1"/>
          </p:cNvSpPr>
          <p:nvPr>
            <p:ph sz="half" idx="2"/>
          </p:nvPr>
        </p:nvSpPr>
        <p:spPr>
          <a:xfrm>
            <a:off x="1371601" y="2345635"/>
            <a:ext cx="4911392" cy="3583940"/>
          </a:xfrm>
        </p:spPr>
        <p:txBody>
          <a:bodyPr vert="horz" lIns="0" tIns="0" rIns="0" bIns="0" rtlCol="0" anchor="t">
            <a:normAutofit/>
          </a:bodyPr>
          <a:lstStyle/>
          <a:p>
            <a:r>
              <a:rPr lang="en-US" sz="1600"/>
              <a:t>Monocrystalline Panels</a:t>
            </a:r>
          </a:p>
          <a:p>
            <a:pPr lvl="1"/>
            <a:r>
              <a:rPr lang="en-US" sz="1600"/>
              <a:t>Cost ranges from $0.80 to $1.50 per watt</a:t>
            </a:r>
          </a:p>
          <a:p>
            <a:r>
              <a:rPr lang="en-US" sz="1600"/>
              <a:t>Polycrystalline Panels</a:t>
            </a:r>
          </a:p>
          <a:p>
            <a:pPr lvl="1"/>
            <a:r>
              <a:rPr lang="en-US" sz="1600"/>
              <a:t>Cost ranges from $0.60 to $1.00 per watt</a:t>
            </a:r>
          </a:p>
        </p:txBody>
      </p:sp>
      <p:pic>
        <p:nvPicPr>
          <p:cNvPr id="5" name="Content Placeholder 4" descr="photovoltaic power plant">
            <a:extLst>
              <a:ext uri="{FF2B5EF4-FFF2-40B4-BE49-F238E27FC236}">
                <a16:creationId xmlns:a16="http://schemas.microsoft.com/office/drawing/2014/main" id="{364D6FE6-7468-4C7F-927D-5AFA5DF007B1}"/>
              </a:ext>
            </a:extLst>
          </p:cNvPr>
          <p:cNvPicPr>
            <a:picLocks noGrp="1" noChangeAspect="1"/>
          </p:cNvPicPr>
          <p:nvPr>
            <p:ph sz="half" idx="1"/>
          </p:nvPr>
        </p:nvPicPr>
        <p:blipFill>
          <a:blip r:embed="rId3"/>
          <a:stretch>
            <a:fillRect/>
          </a:stretch>
        </p:blipFill>
        <p:spPr>
          <a:xfrm>
            <a:off x="6644639" y="1494546"/>
            <a:ext cx="5090161" cy="3397682"/>
          </a:xfrm>
          <a:prstGeom prst="rect">
            <a:avLst/>
          </a:prstGeom>
        </p:spPr>
      </p:pic>
      <p:sp>
        <p:nvSpPr>
          <p:cNvPr id="16" name="Rectangle 15">
            <a:extLst>
              <a:ext uri="{FF2B5EF4-FFF2-40B4-BE49-F238E27FC236}">
                <a16:creationId xmlns:a16="http://schemas.microsoft.com/office/drawing/2014/main" id="{529E760E-527D-4053-A309-F2BDE125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6400800"/>
            <a:ext cx="12191999" cy="457198"/>
          </a:xfrm>
          <a:prstGeom prst="rect">
            <a:avLst/>
          </a:prstGeom>
          <a:gradFill>
            <a:gsLst>
              <a:gs pos="0">
                <a:schemeClr val="accent2"/>
              </a:gs>
              <a:gs pos="100000">
                <a:schemeClr val="accent6">
                  <a:lumMod val="75000"/>
                  <a:alpha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3D448-4ED1-429A-A28C-8316DE7CA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8"/>
            <a:ext cx="8153396" cy="448831"/>
          </a:xfrm>
          <a:prstGeom prst="rect">
            <a:avLst/>
          </a:prstGeom>
          <a:gradFill>
            <a:gsLst>
              <a:gs pos="0">
                <a:schemeClr val="accent5">
                  <a:alpha val="5000"/>
                </a:schemeClr>
              </a:gs>
              <a:gs pos="99000">
                <a:schemeClr val="accent5">
                  <a:alpha val="72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1133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26E838-0E89-8CD2-ECF4-C362E7FE4414}"/>
              </a:ext>
            </a:extLst>
          </p:cNvPr>
          <p:cNvSpPr>
            <a:spLocks noGrp="1"/>
          </p:cNvSpPr>
          <p:nvPr>
            <p:ph type="title"/>
          </p:nvPr>
        </p:nvSpPr>
        <p:spPr>
          <a:xfrm>
            <a:off x="1157084" y="374427"/>
            <a:ext cx="10374517" cy="971512"/>
          </a:xfrm>
        </p:spPr>
        <p:txBody>
          <a:bodyPr anchor="ctr">
            <a:normAutofit/>
          </a:bodyPr>
          <a:lstStyle/>
          <a:p>
            <a:pPr>
              <a:lnSpc>
                <a:spcPct val="90000"/>
              </a:lnSpc>
            </a:pPr>
            <a:r>
              <a:rPr lang="en-US" sz="3200">
                <a:solidFill>
                  <a:schemeClr val="bg1"/>
                </a:solidFill>
              </a:rPr>
              <a:t>Average Pricing for a 3400 Square Foot Home</a:t>
            </a:r>
          </a:p>
        </p:txBody>
      </p:sp>
      <p:graphicFrame>
        <p:nvGraphicFramePr>
          <p:cNvPr id="5" name="Content Placeholder 2">
            <a:extLst>
              <a:ext uri="{FF2B5EF4-FFF2-40B4-BE49-F238E27FC236}">
                <a16:creationId xmlns:a16="http://schemas.microsoft.com/office/drawing/2014/main" id="{14C8073A-A2AD-FA8A-A0D7-F15EE8CD9D14}"/>
              </a:ext>
            </a:extLst>
          </p:cNvPr>
          <p:cNvGraphicFramePr>
            <a:graphicFrameLocks noGrp="1"/>
          </p:cNvGraphicFramePr>
          <p:nvPr>
            <p:ph idx="1"/>
            <p:extLst>
              <p:ext uri="{D42A27DB-BD31-4B8C-83A1-F6EECF244321}">
                <p14:modId xmlns:p14="http://schemas.microsoft.com/office/powerpoint/2010/main" val="2445651076"/>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9589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16" name="Rectangle 15">
            <a:extLst>
              <a:ext uri="{FF2B5EF4-FFF2-40B4-BE49-F238E27FC236}">
                <a16:creationId xmlns:a16="http://schemas.microsoft.com/office/drawing/2014/main" id="{81097DDE-1D45-40A7-9F85-72AD9472A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15C4FE2-5362-FB30-4461-17307BE10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tx2">
                  <a:lumMod val="50000"/>
                  <a:lumOff val="50000"/>
                  <a:alpha val="3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hotovoltaic power plant">
            <a:extLst>
              <a:ext uri="{FF2B5EF4-FFF2-40B4-BE49-F238E27FC236}">
                <a16:creationId xmlns:a16="http://schemas.microsoft.com/office/drawing/2014/main" id="{4F9BD5BC-8334-4840-8016-9FCA85284532}"/>
              </a:ext>
            </a:extLst>
          </p:cNvPr>
          <p:cNvPicPr>
            <a:picLocks noGrp="1" noChangeAspect="1"/>
          </p:cNvPicPr>
          <p:nvPr>
            <p:ph sz="half" idx="1"/>
          </p:nvPr>
        </p:nvPicPr>
        <p:blipFill>
          <a:blip r:embed="rId3"/>
          <a:srcRect l="9007" r="16422" b="-1"/>
          <a:stretch/>
        </p:blipFill>
        <p:spPr>
          <a:xfrm>
            <a:off x="614679" y="1901952"/>
            <a:ext cx="4801194" cy="4297680"/>
          </a:xfrm>
          <a:prstGeom prst="rect">
            <a:avLst/>
          </a:prstGeom>
        </p:spPr>
      </p:pic>
      <p:sp>
        <p:nvSpPr>
          <p:cNvPr id="2" name="Title 1">
            <a:extLst>
              <a:ext uri="{FF2B5EF4-FFF2-40B4-BE49-F238E27FC236}">
                <a16:creationId xmlns:a16="http://schemas.microsoft.com/office/drawing/2014/main" id="{8D6F61D5-0C17-0D34-67CA-83023CC2346D}"/>
              </a:ext>
            </a:extLst>
          </p:cNvPr>
          <p:cNvSpPr>
            <a:spLocks noGrp="1"/>
          </p:cNvSpPr>
          <p:nvPr>
            <p:ph type="title"/>
          </p:nvPr>
        </p:nvSpPr>
        <p:spPr>
          <a:xfrm>
            <a:off x="614679" y="457200"/>
            <a:ext cx="4779572" cy="1298448"/>
          </a:xfrm>
        </p:spPr>
        <p:txBody>
          <a:bodyPr vert="horz" lIns="0" tIns="0" rIns="0" bIns="0" rtlCol="0" anchor="t">
            <a:normAutofit/>
          </a:bodyPr>
          <a:lstStyle/>
          <a:p>
            <a:r>
              <a:rPr lang="en-US" sz="3300"/>
              <a:t>Discounts and Incentives</a:t>
            </a:r>
          </a:p>
        </p:txBody>
      </p:sp>
      <p:sp>
        <p:nvSpPr>
          <p:cNvPr id="4" name="Content Placeholder 3">
            <a:extLst>
              <a:ext uri="{FF2B5EF4-FFF2-40B4-BE49-F238E27FC236}">
                <a16:creationId xmlns:a16="http://schemas.microsoft.com/office/drawing/2014/main" id="{D990E822-BF37-40E3-5CEC-336EE82DD5C8}"/>
              </a:ext>
            </a:extLst>
          </p:cNvPr>
          <p:cNvSpPr>
            <a:spLocks noGrp="1"/>
          </p:cNvSpPr>
          <p:nvPr>
            <p:ph sz="half" idx="2"/>
          </p:nvPr>
        </p:nvSpPr>
        <p:spPr>
          <a:xfrm>
            <a:off x="6030550" y="457201"/>
            <a:ext cx="5639127" cy="5760720"/>
          </a:xfrm>
        </p:spPr>
        <p:txBody>
          <a:bodyPr vert="horz" lIns="0" tIns="0" rIns="0" bIns="0" rtlCol="0" anchor="t">
            <a:normAutofit/>
          </a:bodyPr>
          <a:lstStyle/>
          <a:p>
            <a:r>
              <a:rPr lang="en-US" sz="1800"/>
              <a:t>Bulk Purchase Discounts</a:t>
            </a:r>
          </a:p>
          <a:p>
            <a:pPr lvl="1"/>
            <a:r>
              <a:rPr lang="en-US" sz="1800"/>
              <a:t>Save up to 10% on orders exceeding 10 kW</a:t>
            </a:r>
          </a:p>
          <a:p>
            <a:r>
              <a:rPr lang="en-US" sz="1800"/>
              <a:t>Seasonal Promotions</a:t>
            </a:r>
          </a:p>
          <a:p>
            <a:pPr lvl="1"/>
            <a:r>
              <a:rPr lang="en-US" sz="1800"/>
              <a:t>Special discounts available during peak installation seasons</a:t>
            </a:r>
          </a:p>
          <a:p>
            <a:r>
              <a:rPr lang="en-US" sz="1800"/>
              <a:t>Federal and State Tax Credits</a:t>
            </a:r>
          </a:p>
          <a:p>
            <a:pPr lvl="1"/>
            <a:r>
              <a:rPr lang="en-US" sz="1800"/>
              <a:t>Up to 26% tax credit available through federal incentives</a:t>
            </a:r>
          </a:p>
          <a:p>
            <a:pPr lvl="1"/>
            <a:r>
              <a:rPr lang="en-US" sz="1800"/>
              <a:t>Additional state-specific rebates</a:t>
            </a:r>
          </a:p>
          <a:p>
            <a:r>
              <a:rPr lang="en-US" sz="1800"/>
              <a:t>Referral Programs</a:t>
            </a:r>
          </a:p>
          <a:p>
            <a:pPr lvl="1"/>
            <a:r>
              <a:rPr lang="en-US" sz="1800"/>
              <a:t>Earn discounts for referring new customers</a:t>
            </a:r>
          </a:p>
          <a:p>
            <a:r>
              <a:rPr lang="en-US" sz="1800"/>
              <a:t>Financing Options</a:t>
            </a:r>
          </a:p>
          <a:p>
            <a:pPr lvl="1"/>
            <a:r>
              <a:rPr lang="en-US" sz="1800"/>
              <a:t>Low-interest financing available through selected partners</a:t>
            </a:r>
          </a:p>
        </p:txBody>
      </p:sp>
    </p:spTree>
    <p:extLst>
      <p:ext uri="{BB962C8B-B14F-4D97-AF65-F5344CB8AC3E}">
        <p14:creationId xmlns:p14="http://schemas.microsoft.com/office/powerpoint/2010/main" val="254345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D16EE7-4A60-C171-D7A7-A8FFD8ED14AD}"/>
              </a:ext>
            </a:extLst>
          </p:cNvPr>
          <p:cNvSpPr>
            <a:spLocks noGrp="1"/>
          </p:cNvSpPr>
          <p:nvPr>
            <p:ph type="title"/>
          </p:nvPr>
        </p:nvSpPr>
        <p:spPr>
          <a:xfrm>
            <a:off x="1135856" y="908649"/>
            <a:ext cx="4079720" cy="3977676"/>
          </a:xfrm>
        </p:spPr>
        <p:txBody>
          <a:bodyPr anchor="t">
            <a:normAutofit/>
          </a:bodyPr>
          <a:lstStyle/>
          <a:p>
            <a:pPr algn="r"/>
            <a:r>
              <a:rPr lang="en-US" sz="3400"/>
              <a:t>Comparison of Panel Types</a:t>
            </a:r>
          </a:p>
        </p:txBody>
      </p:sp>
      <p:sp>
        <p:nvSpPr>
          <p:cNvPr id="3" name="Content Placeholder 2">
            <a:extLst>
              <a:ext uri="{FF2B5EF4-FFF2-40B4-BE49-F238E27FC236}">
                <a16:creationId xmlns:a16="http://schemas.microsoft.com/office/drawing/2014/main" id="{1161F688-CDDD-B710-F512-A09F3E14EC3B}"/>
              </a:ext>
            </a:extLst>
          </p:cNvPr>
          <p:cNvSpPr>
            <a:spLocks noGrp="1"/>
          </p:cNvSpPr>
          <p:nvPr>
            <p:ph idx="1"/>
          </p:nvPr>
        </p:nvSpPr>
        <p:spPr>
          <a:xfrm>
            <a:off x="5701896" y="964889"/>
            <a:ext cx="5118505" cy="4909137"/>
          </a:xfrm>
        </p:spPr>
        <p:txBody>
          <a:bodyPr>
            <a:normAutofit/>
          </a:bodyPr>
          <a:lstStyle/>
          <a:p>
            <a:pPr>
              <a:lnSpc>
                <a:spcPct val="110000"/>
              </a:lnSpc>
            </a:pPr>
            <a:r>
              <a:rPr lang="en-US" sz="1500"/>
              <a:t>Efficiency</a:t>
            </a:r>
          </a:p>
          <a:p>
            <a:pPr lvl="1">
              <a:lnSpc>
                <a:spcPct val="110000"/>
              </a:lnSpc>
            </a:pPr>
            <a:r>
              <a:rPr lang="en-US" sz="1500"/>
              <a:t>Monocrystalline panels: 15-20%</a:t>
            </a:r>
          </a:p>
          <a:p>
            <a:pPr lvl="1">
              <a:lnSpc>
                <a:spcPct val="110000"/>
              </a:lnSpc>
            </a:pPr>
            <a:r>
              <a:rPr lang="en-US" sz="1500"/>
              <a:t>Polycrystalline panels: 13-16%</a:t>
            </a:r>
          </a:p>
          <a:p>
            <a:pPr>
              <a:lnSpc>
                <a:spcPct val="110000"/>
              </a:lnSpc>
            </a:pPr>
            <a:r>
              <a:rPr lang="en-US" sz="1500"/>
              <a:t>Cost</a:t>
            </a:r>
          </a:p>
          <a:p>
            <a:pPr lvl="1">
              <a:lnSpc>
                <a:spcPct val="110000"/>
              </a:lnSpc>
            </a:pPr>
            <a:r>
              <a:rPr lang="en-US" sz="1500"/>
              <a:t>Polycrystalline panels are generally less expensive</a:t>
            </a:r>
          </a:p>
          <a:p>
            <a:pPr lvl="1">
              <a:lnSpc>
                <a:spcPct val="110000"/>
              </a:lnSpc>
            </a:pPr>
            <a:r>
              <a:rPr lang="en-US" sz="1500"/>
              <a:t>Due to simpler manufacturing process</a:t>
            </a:r>
          </a:p>
          <a:p>
            <a:pPr>
              <a:lnSpc>
                <a:spcPct val="110000"/>
              </a:lnSpc>
            </a:pPr>
            <a:r>
              <a:rPr lang="en-US" sz="1500"/>
              <a:t>Appearance</a:t>
            </a:r>
          </a:p>
          <a:p>
            <a:pPr lvl="1">
              <a:lnSpc>
                <a:spcPct val="110000"/>
              </a:lnSpc>
            </a:pPr>
            <a:r>
              <a:rPr lang="en-US" sz="1500"/>
              <a:t>Monocrystalline: uniform black color</a:t>
            </a:r>
          </a:p>
          <a:p>
            <a:pPr lvl="1">
              <a:lnSpc>
                <a:spcPct val="110000"/>
              </a:lnSpc>
            </a:pPr>
            <a:r>
              <a:rPr lang="en-US" sz="1500"/>
              <a:t>Polycrystalline: blueish hue with speckled appearance</a:t>
            </a:r>
          </a:p>
          <a:p>
            <a:pPr>
              <a:lnSpc>
                <a:spcPct val="110000"/>
              </a:lnSpc>
            </a:pPr>
            <a:r>
              <a:rPr lang="en-US" sz="1500"/>
              <a:t>Space Requirements</a:t>
            </a:r>
          </a:p>
          <a:p>
            <a:pPr lvl="1">
              <a:lnSpc>
                <a:spcPct val="110000"/>
              </a:lnSpc>
            </a:pPr>
            <a:r>
              <a:rPr lang="en-US" sz="1500"/>
              <a:t>Monocrystalline panels require less space</a:t>
            </a:r>
          </a:p>
          <a:p>
            <a:pPr>
              <a:lnSpc>
                <a:spcPct val="110000"/>
              </a:lnSpc>
            </a:pPr>
            <a:r>
              <a:rPr lang="en-US" sz="1500"/>
              <a:t>Longevity</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714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F9B5E-7366-AF2A-A06F-9BB9190F04E3}"/>
              </a:ext>
            </a:extLst>
          </p:cNvPr>
          <p:cNvSpPr>
            <a:spLocks noGrp="1"/>
          </p:cNvSpPr>
          <p:nvPr>
            <p:ph type="title"/>
          </p:nvPr>
        </p:nvSpPr>
        <p:spPr>
          <a:xfrm>
            <a:off x="1157084" y="374427"/>
            <a:ext cx="10374517" cy="971512"/>
          </a:xfrm>
        </p:spPr>
        <p:txBody>
          <a:bodyPr anchor="ctr">
            <a:normAutofit/>
          </a:bodyPr>
          <a:lstStyle/>
          <a:p>
            <a:r>
              <a:rPr lang="en-US" sz="3200">
                <a:solidFill>
                  <a:schemeClr val="bg1"/>
                </a:solidFill>
              </a:rPr>
              <a:t>Comparison of Panel Types</a:t>
            </a:r>
          </a:p>
        </p:txBody>
      </p:sp>
      <p:graphicFrame>
        <p:nvGraphicFramePr>
          <p:cNvPr id="5" name="Content Placeholder 4">
            <a:extLst>
              <a:ext uri="{FF2B5EF4-FFF2-40B4-BE49-F238E27FC236}">
                <a16:creationId xmlns:a16="http://schemas.microsoft.com/office/drawing/2014/main" id="{C298784D-065C-4F1F-9C01-F41164E2E9B4}"/>
              </a:ext>
            </a:extLst>
          </p:cNvPr>
          <p:cNvGraphicFramePr>
            <a:graphicFrameLocks noGrp="1"/>
          </p:cNvGraphicFramePr>
          <p:nvPr>
            <p:ph idx="1"/>
          </p:nvPr>
        </p:nvGraphicFramePr>
        <p:xfrm>
          <a:off x="579474" y="2309605"/>
          <a:ext cx="11033030" cy="3695454"/>
        </p:xfrm>
        <a:graphic>
          <a:graphicData uri="http://schemas.openxmlformats.org/drawingml/2006/table">
            <a:tbl>
              <a:tblPr firstRow="1" bandRow="1">
                <a:tableStyleId>{5C22544A-7EE6-4342-B048-85BDC9FD1C3A}</a:tableStyleId>
              </a:tblPr>
              <a:tblGrid>
                <a:gridCol w="2289931">
                  <a:extLst>
                    <a:ext uri="{9D8B030D-6E8A-4147-A177-3AD203B41FA5}">
                      <a16:colId xmlns:a16="http://schemas.microsoft.com/office/drawing/2014/main" val="1388079236"/>
                    </a:ext>
                  </a:extLst>
                </a:gridCol>
                <a:gridCol w="4328214">
                  <a:extLst>
                    <a:ext uri="{9D8B030D-6E8A-4147-A177-3AD203B41FA5}">
                      <a16:colId xmlns:a16="http://schemas.microsoft.com/office/drawing/2014/main" val="3944986014"/>
                    </a:ext>
                  </a:extLst>
                </a:gridCol>
                <a:gridCol w="4414885">
                  <a:extLst>
                    <a:ext uri="{9D8B030D-6E8A-4147-A177-3AD203B41FA5}">
                      <a16:colId xmlns:a16="http://schemas.microsoft.com/office/drawing/2014/main" val="3993461221"/>
                    </a:ext>
                  </a:extLst>
                </a:gridCol>
              </a:tblGrid>
              <a:tr h="527922">
                <a:tc>
                  <a:txBody>
                    <a:bodyPr/>
                    <a:lstStyle/>
                    <a:p>
                      <a:r>
                        <a:rPr lang="en-US" sz="2100">
                          <a:effectLst/>
                        </a:rPr>
                        <a:t>Feature</a:t>
                      </a:r>
                      <a:endParaRPr lang="en-US" sz="3400">
                        <a:effectLst/>
                      </a:endParaRPr>
                    </a:p>
                  </a:txBody>
                  <a:tcPr marL="71728" marR="71728" marT="71728" marB="71728"/>
                </a:tc>
                <a:tc>
                  <a:txBody>
                    <a:bodyPr/>
                    <a:lstStyle/>
                    <a:p>
                      <a:r>
                        <a:rPr lang="en-US" sz="2100">
                          <a:effectLst/>
                        </a:rPr>
                        <a:t>Monocrystalline Solar Panels</a:t>
                      </a:r>
                      <a:endParaRPr lang="en-US" sz="3400">
                        <a:effectLst/>
                      </a:endParaRPr>
                    </a:p>
                  </a:txBody>
                  <a:tcPr marL="71728" marR="71728" marT="71728" marB="71728"/>
                </a:tc>
                <a:tc>
                  <a:txBody>
                    <a:bodyPr/>
                    <a:lstStyle/>
                    <a:p>
                      <a:r>
                        <a:rPr lang="en-US" sz="2100">
                          <a:effectLst/>
                        </a:rPr>
                        <a:t>Polycrystalline Solar Panels</a:t>
                      </a:r>
                      <a:endParaRPr lang="en-US" sz="3400">
                        <a:effectLst/>
                      </a:endParaRPr>
                    </a:p>
                  </a:txBody>
                  <a:tcPr marL="71728" marR="71728" marT="71728" marB="71728"/>
                </a:tc>
                <a:extLst>
                  <a:ext uri="{0D108BD9-81ED-4DB2-BD59-A6C34878D82A}">
                    <a16:rowId xmlns:a16="http://schemas.microsoft.com/office/drawing/2014/main" val="1747360590"/>
                  </a:ext>
                </a:extLst>
              </a:tr>
              <a:tr h="527922">
                <a:tc>
                  <a:txBody>
                    <a:bodyPr/>
                    <a:lstStyle/>
                    <a:p>
                      <a:r>
                        <a:rPr lang="en-US" sz="2100">
                          <a:effectLst/>
                        </a:rPr>
                        <a:t>Material</a:t>
                      </a:r>
                      <a:endParaRPr lang="en-US" sz="3400">
                        <a:effectLst/>
                      </a:endParaRPr>
                    </a:p>
                  </a:txBody>
                  <a:tcPr marL="71728" marR="71728" marT="71728" marB="71728"/>
                </a:tc>
                <a:tc>
                  <a:txBody>
                    <a:bodyPr/>
                    <a:lstStyle/>
                    <a:p>
                      <a:r>
                        <a:rPr lang="en-US" sz="2100">
                          <a:effectLst/>
                        </a:rPr>
                        <a:t>Single crystal silicon</a:t>
                      </a:r>
                      <a:endParaRPr lang="en-US" sz="3400">
                        <a:effectLst/>
                      </a:endParaRPr>
                    </a:p>
                  </a:txBody>
                  <a:tcPr marL="71728" marR="71728" marT="71728" marB="71728"/>
                </a:tc>
                <a:tc>
                  <a:txBody>
                    <a:bodyPr/>
                    <a:lstStyle/>
                    <a:p>
                      <a:r>
                        <a:rPr lang="en-US" sz="2100">
                          <a:effectLst/>
                        </a:rPr>
                        <a:t>Multiple silicon crystals</a:t>
                      </a:r>
                      <a:endParaRPr lang="en-US" sz="3400">
                        <a:effectLst/>
                      </a:endParaRPr>
                    </a:p>
                  </a:txBody>
                  <a:tcPr marL="71728" marR="71728" marT="71728" marB="71728"/>
                </a:tc>
                <a:extLst>
                  <a:ext uri="{0D108BD9-81ED-4DB2-BD59-A6C34878D82A}">
                    <a16:rowId xmlns:a16="http://schemas.microsoft.com/office/drawing/2014/main" val="3236868556"/>
                  </a:ext>
                </a:extLst>
              </a:tr>
              <a:tr h="527922">
                <a:tc>
                  <a:txBody>
                    <a:bodyPr/>
                    <a:lstStyle/>
                    <a:p>
                      <a:r>
                        <a:rPr lang="en-US" sz="2100">
                          <a:effectLst/>
                        </a:rPr>
                        <a:t>Efficiency</a:t>
                      </a:r>
                      <a:endParaRPr lang="en-US" sz="3400">
                        <a:effectLst/>
                      </a:endParaRPr>
                    </a:p>
                  </a:txBody>
                  <a:tcPr marL="71728" marR="71728" marT="71728" marB="71728"/>
                </a:tc>
                <a:tc>
                  <a:txBody>
                    <a:bodyPr/>
                    <a:lstStyle/>
                    <a:p>
                      <a:r>
                        <a:rPr lang="en-US" sz="2100">
                          <a:effectLst/>
                        </a:rPr>
                        <a:t>15-20%</a:t>
                      </a:r>
                      <a:endParaRPr lang="en-US" sz="3400">
                        <a:effectLst/>
                      </a:endParaRPr>
                    </a:p>
                  </a:txBody>
                  <a:tcPr marL="71728" marR="71728" marT="71728" marB="71728"/>
                </a:tc>
                <a:tc>
                  <a:txBody>
                    <a:bodyPr/>
                    <a:lstStyle/>
                    <a:p>
                      <a:r>
                        <a:rPr lang="en-US" sz="2100">
                          <a:effectLst/>
                        </a:rPr>
                        <a:t>13-16%</a:t>
                      </a:r>
                      <a:endParaRPr lang="en-US" sz="3400">
                        <a:effectLst/>
                      </a:endParaRPr>
                    </a:p>
                  </a:txBody>
                  <a:tcPr marL="71728" marR="71728" marT="71728" marB="71728"/>
                </a:tc>
                <a:extLst>
                  <a:ext uri="{0D108BD9-81ED-4DB2-BD59-A6C34878D82A}">
                    <a16:rowId xmlns:a16="http://schemas.microsoft.com/office/drawing/2014/main" val="2516594148"/>
                  </a:ext>
                </a:extLst>
              </a:tr>
              <a:tr h="527922">
                <a:tc>
                  <a:txBody>
                    <a:bodyPr/>
                    <a:lstStyle/>
                    <a:p>
                      <a:r>
                        <a:rPr lang="en-US" sz="2100">
                          <a:effectLst/>
                        </a:rPr>
                        <a:t>Appearance</a:t>
                      </a:r>
                      <a:endParaRPr lang="en-US" sz="3400">
                        <a:effectLst/>
                      </a:endParaRPr>
                    </a:p>
                  </a:txBody>
                  <a:tcPr marL="71728" marR="71728" marT="71728" marB="71728"/>
                </a:tc>
                <a:tc>
                  <a:txBody>
                    <a:bodyPr/>
                    <a:lstStyle/>
                    <a:p>
                      <a:r>
                        <a:rPr lang="en-US" sz="2100">
                          <a:effectLst/>
                        </a:rPr>
                        <a:t>Sleek, uniform black</a:t>
                      </a:r>
                      <a:endParaRPr lang="en-US" sz="3400">
                        <a:effectLst/>
                      </a:endParaRPr>
                    </a:p>
                  </a:txBody>
                  <a:tcPr marL="71728" marR="71728" marT="71728" marB="71728"/>
                </a:tc>
                <a:tc>
                  <a:txBody>
                    <a:bodyPr/>
                    <a:lstStyle/>
                    <a:p>
                      <a:r>
                        <a:rPr lang="en-US" sz="2100">
                          <a:effectLst/>
                        </a:rPr>
                        <a:t>Bluer, speckled</a:t>
                      </a:r>
                      <a:endParaRPr lang="en-US" sz="3400">
                        <a:effectLst/>
                      </a:endParaRPr>
                    </a:p>
                  </a:txBody>
                  <a:tcPr marL="71728" marR="71728" marT="71728" marB="71728"/>
                </a:tc>
                <a:extLst>
                  <a:ext uri="{0D108BD9-81ED-4DB2-BD59-A6C34878D82A}">
                    <a16:rowId xmlns:a16="http://schemas.microsoft.com/office/drawing/2014/main" val="3932542452"/>
                  </a:ext>
                </a:extLst>
              </a:tr>
              <a:tr h="527922">
                <a:tc>
                  <a:txBody>
                    <a:bodyPr/>
                    <a:lstStyle/>
                    <a:p>
                      <a:r>
                        <a:rPr lang="en-US" sz="2100">
                          <a:effectLst/>
                        </a:rPr>
                        <a:t>Cost</a:t>
                      </a:r>
                      <a:endParaRPr lang="en-US" sz="3400">
                        <a:effectLst/>
                      </a:endParaRPr>
                    </a:p>
                  </a:txBody>
                  <a:tcPr marL="71728" marR="71728" marT="71728" marB="71728"/>
                </a:tc>
                <a:tc>
                  <a:txBody>
                    <a:bodyPr/>
                    <a:lstStyle/>
                    <a:p>
                      <a:r>
                        <a:rPr lang="en-US" sz="2100">
                          <a:effectLst/>
                        </a:rPr>
                        <a:t>Higher</a:t>
                      </a:r>
                      <a:endParaRPr lang="en-US" sz="3400">
                        <a:effectLst/>
                      </a:endParaRPr>
                    </a:p>
                  </a:txBody>
                  <a:tcPr marL="71728" marR="71728" marT="71728" marB="71728"/>
                </a:tc>
                <a:tc>
                  <a:txBody>
                    <a:bodyPr/>
                    <a:lstStyle/>
                    <a:p>
                      <a:r>
                        <a:rPr lang="en-US" sz="2100">
                          <a:effectLst/>
                        </a:rPr>
                        <a:t>Lower</a:t>
                      </a:r>
                      <a:endParaRPr lang="en-US" sz="3400">
                        <a:effectLst/>
                      </a:endParaRPr>
                    </a:p>
                  </a:txBody>
                  <a:tcPr marL="71728" marR="71728" marT="71728" marB="71728"/>
                </a:tc>
                <a:extLst>
                  <a:ext uri="{0D108BD9-81ED-4DB2-BD59-A6C34878D82A}">
                    <a16:rowId xmlns:a16="http://schemas.microsoft.com/office/drawing/2014/main" val="4028686199"/>
                  </a:ext>
                </a:extLst>
              </a:tr>
              <a:tr h="527922">
                <a:tc>
                  <a:txBody>
                    <a:bodyPr/>
                    <a:lstStyle/>
                    <a:p>
                      <a:r>
                        <a:rPr lang="en-US" sz="2100">
                          <a:effectLst/>
                        </a:rPr>
                        <a:t>Space Efficiency</a:t>
                      </a:r>
                      <a:endParaRPr lang="en-US" sz="3400">
                        <a:effectLst/>
                      </a:endParaRPr>
                    </a:p>
                  </a:txBody>
                  <a:tcPr marL="71728" marR="71728" marT="71728" marB="71728"/>
                </a:tc>
                <a:tc>
                  <a:txBody>
                    <a:bodyPr/>
                    <a:lstStyle/>
                    <a:p>
                      <a:r>
                        <a:rPr lang="en-US" sz="2100">
                          <a:effectLst/>
                        </a:rPr>
                        <a:t>More efficient, requires less space</a:t>
                      </a:r>
                      <a:endParaRPr lang="en-US" sz="3400">
                        <a:effectLst/>
                      </a:endParaRPr>
                    </a:p>
                  </a:txBody>
                  <a:tcPr marL="71728" marR="71728" marT="71728" marB="71728"/>
                </a:tc>
                <a:tc>
                  <a:txBody>
                    <a:bodyPr/>
                    <a:lstStyle/>
                    <a:p>
                      <a:r>
                        <a:rPr lang="en-US" sz="2100">
                          <a:effectLst/>
                        </a:rPr>
                        <a:t>Less efficient, requires more space</a:t>
                      </a:r>
                      <a:endParaRPr lang="en-US" sz="3400">
                        <a:effectLst/>
                      </a:endParaRPr>
                    </a:p>
                  </a:txBody>
                  <a:tcPr marL="71728" marR="71728" marT="71728" marB="71728"/>
                </a:tc>
                <a:extLst>
                  <a:ext uri="{0D108BD9-81ED-4DB2-BD59-A6C34878D82A}">
                    <a16:rowId xmlns:a16="http://schemas.microsoft.com/office/drawing/2014/main" val="2182104544"/>
                  </a:ext>
                </a:extLst>
              </a:tr>
              <a:tr h="527922">
                <a:tc>
                  <a:txBody>
                    <a:bodyPr/>
                    <a:lstStyle/>
                    <a:p>
                      <a:r>
                        <a:rPr lang="en-US" sz="2100">
                          <a:effectLst/>
                        </a:rPr>
                        <a:t>Longevity</a:t>
                      </a:r>
                      <a:endParaRPr lang="en-US" sz="3400">
                        <a:effectLst/>
                      </a:endParaRPr>
                    </a:p>
                  </a:txBody>
                  <a:tcPr marL="71728" marR="71728" marT="71728" marB="71728"/>
                </a:tc>
                <a:tc>
                  <a:txBody>
                    <a:bodyPr/>
                    <a:lstStyle/>
                    <a:p>
                      <a:r>
                        <a:rPr lang="en-US" sz="2100">
                          <a:effectLst/>
                        </a:rPr>
                        <a:t>Generally longer lifespan</a:t>
                      </a:r>
                      <a:endParaRPr lang="en-US" sz="3400">
                        <a:effectLst/>
                      </a:endParaRPr>
                    </a:p>
                  </a:txBody>
                  <a:tcPr marL="71728" marR="71728" marT="71728" marB="71728"/>
                </a:tc>
                <a:tc>
                  <a:txBody>
                    <a:bodyPr/>
                    <a:lstStyle/>
                    <a:p>
                      <a:r>
                        <a:rPr lang="en-US" sz="2100">
                          <a:effectLst/>
                        </a:rPr>
                        <a:t>Slightly shorter lifespan</a:t>
                      </a:r>
                      <a:endParaRPr lang="en-US" sz="3400">
                        <a:effectLst/>
                      </a:endParaRPr>
                    </a:p>
                  </a:txBody>
                  <a:tcPr marL="71728" marR="71728" marT="71728" marB="71728"/>
                </a:tc>
                <a:extLst>
                  <a:ext uri="{0D108BD9-81ED-4DB2-BD59-A6C34878D82A}">
                    <a16:rowId xmlns:a16="http://schemas.microsoft.com/office/drawing/2014/main" val="1597241723"/>
                  </a:ext>
                </a:extLst>
              </a:tr>
            </a:tbl>
          </a:graphicData>
        </a:graphic>
      </p:graphicFrame>
    </p:spTree>
    <p:extLst>
      <p:ext uri="{BB962C8B-B14F-4D97-AF65-F5344CB8AC3E}">
        <p14:creationId xmlns:p14="http://schemas.microsoft.com/office/powerpoint/2010/main" val="2797999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45E4AB72-1C42-427F-801C-32A12FD69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7DF9FD-4187-C180-B72A-CD2449E6CBB9}"/>
              </a:ext>
            </a:extLst>
          </p:cNvPr>
          <p:cNvSpPr>
            <a:spLocks noGrp="1"/>
          </p:cNvSpPr>
          <p:nvPr>
            <p:ph type="title"/>
          </p:nvPr>
        </p:nvSpPr>
        <p:spPr>
          <a:xfrm>
            <a:off x="1066800" y="914400"/>
            <a:ext cx="5148943" cy="1705383"/>
          </a:xfrm>
        </p:spPr>
        <p:txBody>
          <a:bodyPr vert="horz" lIns="0" tIns="0" rIns="0" bIns="0" rtlCol="0" anchor="t">
            <a:normAutofit/>
          </a:bodyPr>
          <a:lstStyle/>
          <a:p>
            <a:pPr algn="r"/>
            <a:r>
              <a:rPr lang="en-US"/>
              <a:t>Solar Panel Installation</a:t>
            </a:r>
          </a:p>
        </p:txBody>
      </p:sp>
      <p:sp>
        <p:nvSpPr>
          <p:cNvPr id="4" name="Content Placeholder 3">
            <a:extLst>
              <a:ext uri="{FF2B5EF4-FFF2-40B4-BE49-F238E27FC236}">
                <a16:creationId xmlns:a16="http://schemas.microsoft.com/office/drawing/2014/main" id="{A59CD486-DAB6-9160-5602-5FF02884306E}"/>
              </a:ext>
            </a:extLst>
          </p:cNvPr>
          <p:cNvSpPr>
            <a:spLocks noGrp="1"/>
          </p:cNvSpPr>
          <p:nvPr>
            <p:ph sz="half" idx="2"/>
          </p:nvPr>
        </p:nvSpPr>
        <p:spPr>
          <a:xfrm>
            <a:off x="1066800" y="2764631"/>
            <a:ext cx="5029201" cy="2760562"/>
          </a:xfrm>
        </p:spPr>
        <p:txBody>
          <a:bodyPr vert="horz" lIns="0" tIns="0" rIns="0" bIns="0" rtlCol="0" anchor="b">
            <a:normAutofit/>
          </a:bodyPr>
          <a:lstStyle/>
          <a:p>
            <a:pPr algn="r">
              <a:lnSpc>
                <a:spcPct val="110000"/>
              </a:lnSpc>
            </a:pPr>
            <a:r>
              <a:rPr lang="en-US" sz="1600"/>
              <a:t>Steps for Installing Solar Panels</a:t>
            </a:r>
          </a:p>
          <a:p>
            <a:pPr lvl="1" algn="r">
              <a:lnSpc>
                <a:spcPct val="110000"/>
              </a:lnSpc>
            </a:pPr>
            <a:r>
              <a:rPr lang="en-US" sz="1600"/>
              <a:t>Assess the roof for suitability</a:t>
            </a:r>
          </a:p>
          <a:p>
            <a:pPr lvl="1" algn="r">
              <a:lnSpc>
                <a:spcPct val="110000"/>
              </a:lnSpc>
            </a:pPr>
            <a:r>
              <a:rPr lang="en-US" sz="1600"/>
              <a:t>Install mounting brackets</a:t>
            </a:r>
          </a:p>
          <a:p>
            <a:pPr lvl="1" algn="r">
              <a:lnSpc>
                <a:spcPct val="110000"/>
              </a:lnSpc>
            </a:pPr>
            <a:r>
              <a:rPr lang="en-US" sz="1600"/>
              <a:t>Secure solar panels to brackets</a:t>
            </a:r>
          </a:p>
          <a:p>
            <a:pPr algn="r">
              <a:lnSpc>
                <a:spcPct val="110000"/>
              </a:lnSpc>
            </a:pPr>
            <a:r>
              <a:rPr lang="en-US" sz="1600"/>
              <a:t>Electrical Connection Setup</a:t>
            </a:r>
          </a:p>
          <a:p>
            <a:pPr lvl="1" algn="r">
              <a:lnSpc>
                <a:spcPct val="110000"/>
              </a:lnSpc>
            </a:pPr>
            <a:r>
              <a:rPr lang="en-US" sz="1600"/>
              <a:t>Connect solar panels to inverter</a:t>
            </a:r>
          </a:p>
          <a:p>
            <a:pPr lvl="1" algn="r">
              <a:lnSpc>
                <a:spcPct val="110000"/>
              </a:lnSpc>
            </a:pPr>
            <a:r>
              <a:rPr lang="en-US" sz="1600"/>
              <a:t>Set up battery storage system</a:t>
            </a:r>
          </a:p>
          <a:p>
            <a:pPr lvl="1" algn="r">
              <a:lnSpc>
                <a:spcPct val="110000"/>
              </a:lnSpc>
            </a:pPr>
            <a:r>
              <a:rPr lang="en-US" sz="1600"/>
              <a:t>Ensure proper grounding and safety measures</a:t>
            </a:r>
          </a:p>
        </p:txBody>
      </p:sp>
      <p:sp>
        <p:nvSpPr>
          <p:cNvPr id="17" name="Rectangle 16">
            <a:extLst>
              <a:ext uri="{FF2B5EF4-FFF2-40B4-BE49-F238E27FC236}">
                <a16:creationId xmlns:a16="http://schemas.microsoft.com/office/drawing/2014/main" id="{4CC257D2-6895-4677-996F-1A5FBB7F7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 y="6400800"/>
            <a:ext cx="12191999" cy="457198"/>
          </a:xfrm>
          <a:prstGeom prst="rect">
            <a:avLst/>
          </a:prstGeom>
          <a:gradFill>
            <a:gsLst>
              <a:gs pos="0">
                <a:schemeClr val="accent5">
                  <a:alpha val="80000"/>
                </a:schemeClr>
              </a:gs>
              <a:gs pos="100000">
                <a:schemeClr val="accent6">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28FF51-22A9-49F6-8C79-1FFC470CA4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800"/>
            <a:ext cx="8153396" cy="457200"/>
          </a:xfrm>
          <a:prstGeom prst="rect">
            <a:avLst/>
          </a:prstGeom>
          <a:gradFill>
            <a:gsLst>
              <a:gs pos="0">
                <a:schemeClr val="accent6">
                  <a:alpha val="61000"/>
                </a:schemeClr>
              </a:gs>
              <a:gs pos="99000">
                <a:schemeClr val="accent2">
                  <a:alpha val="77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82DF4072-3A68-4018-9677-B47012428B1B}"/>
              </a:ext>
            </a:extLst>
          </p:cNvPr>
          <p:cNvGraphicFramePr>
            <a:graphicFrameLocks noGrp="1"/>
          </p:cNvGraphicFramePr>
          <p:nvPr>
            <p:ph sz="half" idx="1"/>
          </p:nvPr>
        </p:nvGraphicFramePr>
        <p:xfrm>
          <a:off x="6555971" y="1381949"/>
          <a:ext cx="5636030" cy="3789995"/>
        </p:xfrm>
        <a:graphic>
          <a:graphicData uri="http://schemas.openxmlformats.org/drawingml/2006/table">
            <a:tbl>
              <a:tblPr firstRow="1" bandRow="1">
                <a:tableStyleId>{8799B23B-EC83-4686-B30A-512413B5E67A}</a:tableStyleId>
              </a:tblPr>
              <a:tblGrid>
                <a:gridCol w="573853">
                  <a:extLst>
                    <a:ext uri="{9D8B030D-6E8A-4147-A177-3AD203B41FA5}">
                      <a16:colId xmlns:a16="http://schemas.microsoft.com/office/drawing/2014/main" val="1590895698"/>
                    </a:ext>
                  </a:extLst>
                </a:gridCol>
                <a:gridCol w="2356863">
                  <a:extLst>
                    <a:ext uri="{9D8B030D-6E8A-4147-A177-3AD203B41FA5}">
                      <a16:colId xmlns:a16="http://schemas.microsoft.com/office/drawing/2014/main" val="2160185378"/>
                    </a:ext>
                  </a:extLst>
                </a:gridCol>
                <a:gridCol w="2705314">
                  <a:extLst>
                    <a:ext uri="{9D8B030D-6E8A-4147-A177-3AD203B41FA5}">
                      <a16:colId xmlns:a16="http://schemas.microsoft.com/office/drawing/2014/main" val="2073229999"/>
                    </a:ext>
                  </a:extLst>
                </a:gridCol>
              </a:tblGrid>
              <a:tr h="344545">
                <a:tc>
                  <a:txBody>
                    <a:bodyPr/>
                    <a:lstStyle/>
                    <a:p>
                      <a:r>
                        <a:rPr lang="en-US" sz="1400">
                          <a:effectLst/>
                        </a:rPr>
                        <a:t>Step</a:t>
                      </a:r>
                      <a:endParaRPr lang="en-US" sz="2200">
                        <a:effectLst/>
                      </a:endParaRPr>
                    </a:p>
                  </a:txBody>
                  <a:tcPr marL="46813" marR="46813" marT="46813" marB="46813"/>
                </a:tc>
                <a:tc>
                  <a:txBody>
                    <a:bodyPr/>
                    <a:lstStyle/>
                    <a:p>
                      <a:r>
                        <a:rPr lang="en-US" sz="1400">
                          <a:effectLst/>
                        </a:rPr>
                        <a:t>Description</a:t>
                      </a:r>
                      <a:endParaRPr lang="en-US" sz="2200">
                        <a:effectLst/>
                      </a:endParaRPr>
                    </a:p>
                  </a:txBody>
                  <a:tcPr marL="46813" marR="46813" marT="46813" marB="46813"/>
                </a:tc>
                <a:tc>
                  <a:txBody>
                    <a:bodyPr/>
                    <a:lstStyle/>
                    <a:p>
                      <a:r>
                        <a:rPr lang="en-US" sz="1400">
                          <a:effectLst/>
                        </a:rPr>
                        <a:t>Component</a:t>
                      </a:r>
                      <a:endParaRPr lang="en-US" sz="2200">
                        <a:effectLst/>
                      </a:endParaRPr>
                    </a:p>
                  </a:txBody>
                  <a:tcPr marL="46813" marR="46813" marT="46813" marB="46813"/>
                </a:tc>
                <a:extLst>
                  <a:ext uri="{0D108BD9-81ED-4DB2-BD59-A6C34878D82A}">
                    <a16:rowId xmlns:a16="http://schemas.microsoft.com/office/drawing/2014/main" val="436004543"/>
                  </a:ext>
                </a:extLst>
              </a:tr>
              <a:tr h="344545">
                <a:tc>
                  <a:txBody>
                    <a:bodyPr/>
                    <a:lstStyle/>
                    <a:p>
                      <a:r>
                        <a:rPr lang="en-US" sz="1400">
                          <a:effectLst/>
                        </a:rPr>
                        <a:t>1</a:t>
                      </a:r>
                      <a:endParaRPr lang="en-US" sz="2200">
                        <a:effectLst/>
                      </a:endParaRPr>
                    </a:p>
                  </a:txBody>
                  <a:tcPr marL="46813" marR="46813" marT="46813" marB="46813"/>
                </a:tc>
                <a:tc>
                  <a:txBody>
                    <a:bodyPr/>
                    <a:lstStyle/>
                    <a:p>
                      <a:r>
                        <a:rPr lang="en-US" sz="1400">
                          <a:effectLst/>
                        </a:rPr>
                        <a:t>Site Assessment</a:t>
                      </a:r>
                      <a:endParaRPr lang="en-US" sz="2200">
                        <a:effectLst/>
                      </a:endParaRPr>
                    </a:p>
                  </a:txBody>
                  <a:tcPr marL="46813" marR="46813" marT="46813" marB="46813"/>
                </a:tc>
                <a:tc>
                  <a:txBody>
                    <a:bodyPr/>
                    <a:lstStyle/>
                    <a:p>
                      <a:r>
                        <a:rPr lang="en-US" sz="1400">
                          <a:effectLst/>
                        </a:rPr>
                        <a:t>Solar Engineer</a:t>
                      </a:r>
                      <a:endParaRPr lang="en-US" sz="2200">
                        <a:effectLst/>
                      </a:endParaRPr>
                    </a:p>
                  </a:txBody>
                  <a:tcPr marL="46813" marR="46813" marT="46813" marB="46813"/>
                </a:tc>
                <a:extLst>
                  <a:ext uri="{0D108BD9-81ED-4DB2-BD59-A6C34878D82A}">
                    <a16:rowId xmlns:a16="http://schemas.microsoft.com/office/drawing/2014/main" val="3267446945"/>
                  </a:ext>
                </a:extLst>
              </a:tr>
              <a:tr h="344545">
                <a:tc>
                  <a:txBody>
                    <a:bodyPr/>
                    <a:lstStyle/>
                    <a:p>
                      <a:r>
                        <a:rPr lang="en-US" sz="1400">
                          <a:effectLst/>
                        </a:rPr>
                        <a:t>2</a:t>
                      </a:r>
                      <a:endParaRPr lang="en-US" sz="2200">
                        <a:effectLst/>
                      </a:endParaRPr>
                    </a:p>
                  </a:txBody>
                  <a:tcPr marL="46813" marR="46813" marT="46813" marB="46813"/>
                </a:tc>
                <a:tc>
                  <a:txBody>
                    <a:bodyPr/>
                    <a:lstStyle/>
                    <a:p>
                      <a:r>
                        <a:rPr lang="en-US" sz="1400">
                          <a:effectLst/>
                        </a:rPr>
                        <a:t>Design and Planning</a:t>
                      </a:r>
                      <a:endParaRPr lang="en-US" sz="2200">
                        <a:effectLst/>
                      </a:endParaRPr>
                    </a:p>
                  </a:txBody>
                  <a:tcPr marL="46813" marR="46813" marT="46813" marB="46813"/>
                </a:tc>
                <a:tc>
                  <a:txBody>
                    <a:bodyPr/>
                    <a:lstStyle/>
                    <a:p>
                      <a:r>
                        <a:rPr lang="en-US" sz="1400">
                          <a:effectLst/>
                        </a:rPr>
                        <a:t>Design Software</a:t>
                      </a:r>
                      <a:endParaRPr lang="en-US" sz="2200">
                        <a:effectLst/>
                      </a:endParaRPr>
                    </a:p>
                  </a:txBody>
                  <a:tcPr marL="46813" marR="46813" marT="46813" marB="46813"/>
                </a:tc>
                <a:extLst>
                  <a:ext uri="{0D108BD9-81ED-4DB2-BD59-A6C34878D82A}">
                    <a16:rowId xmlns:a16="http://schemas.microsoft.com/office/drawing/2014/main" val="1548722774"/>
                  </a:ext>
                </a:extLst>
              </a:tr>
              <a:tr h="344545">
                <a:tc>
                  <a:txBody>
                    <a:bodyPr/>
                    <a:lstStyle/>
                    <a:p>
                      <a:r>
                        <a:rPr lang="en-US" sz="1400">
                          <a:effectLst/>
                        </a:rPr>
                        <a:t>3</a:t>
                      </a:r>
                      <a:endParaRPr lang="en-US" sz="2200">
                        <a:effectLst/>
                      </a:endParaRPr>
                    </a:p>
                  </a:txBody>
                  <a:tcPr marL="46813" marR="46813" marT="46813" marB="46813"/>
                </a:tc>
                <a:tc>
                  <a:txBody>
                    <a:bodyPr/>
                    <a:lstStyle/>
                    <a:p>
                      <a:r>
                        <a:rPr lang="en-US" sz="1400">
                          <a:effectLst/>
                        </a:rPr>
                        <a:t>Permitting</a:t>
                      </a:r>
                      <a:endParaRPr lang="en-US" sz="2200">
                        <a:effectLst/>
                      </a:endParaRPr>
                    </a:p>
                  </a:txBody>
                  <a:tcPr marL="46813" marR="46813" marT="46813" marB="46813"/>
                </a:tc>
                <a:tc>
                  <a:txBody>
                    <a:bodyPr/>
                    <a:lstStyle/>
                    <a:p>
                      <a:r>
                        <a:rPr lang="en-US" sz="1400">
                          <a:effectLst/>
                        </a:rPr>
                        <a:t>Permit Documents</a:t>
                      </a:r>
                      <a:endParaRPr lang="en-US" sz="2200">
                        <a:effectLst/>
                      </a:endParaRPr>
                    </a:p>
                  </a:txBody>
                  <a:tcPr marL="46813" marR="46813" marT="46813" marB="46813"/>
                </a:tc>
                <a:extLst>
                  <a:ext uri="{0D108BD9-81ED-4DB2-BD59-A6C34878D82A}">
                    <a16:rowId xmlns:a16="http://schemas.microsoft.com/office/drawing/2014/main" val="1520760999"/>
                  </a:ext>
                </a:extLst>
              </a:tr>
              <a:tr h="344545">
                <a:tc>
                  <a:txBody>
                    <a:bodyPr/>
                    <a:lstStyle/>
                    <a:p>
                      <a:r>
                        <a:rPr lang="en-US" sz="1400">
                          <a:effectLst/>
                        </a:rPr>
                        <a:t>4</a:t>
                      </a:r>
                      <a:endParaRPr lang="en-US" sz="2200">
                        <a:effectLst/>
                      </a:endParaRPr>
                    </a:p>
                  </a:txBody>
                  <a:tcPr marL="46813" marR="46813" marT="46813" marB="46813"/>
                </a:tc>
                <a:tc>
                  <a:txBody>
                    <a:bodyPr/>
                    <a:lstStyle/>
                    <a:p>
                      <a:r>
                        <a:rPr lang="en-US" sz="1400">
                          <a:effectLst/>
                        </a:rPr>
                        <a:t>Mount Installation</a:t>
                      </a:r>
                      <a:endParaRPr lang="en-US" sz="2200">
                        <a:effectLst/>
                      </a:endParaRPr>
                    </a:p>
                  </a:txBody>
                  <a:tcPr marL="46813" marR="46813" marT="46813" marB="46813"/>
                </a:tc>
                <a:tc>
                  <a:txBody>
                    <a:bodyPr/>
                    <a:lstStyle/>
                    <a:p>
                      <a:r>
                        <a:rPr lang="en-US" sz="1400">
                          <a:effectLst/>
                        </a:rPr>
                        <a:t>Mounting Hardware</a:t>
                      </a:r>
                      <a:endParaRPr lang="en-US" sz="2200">
                        <a:effectLst/>
                      </a:endParaRPr>
                    </a:p>
                  </a:txBody>
                  <a:tcPr marL="46813" marR="46813" marT="46813" marB="46813"/>
                </a:tc>
                <a:extLst>
                  <a:ext uri="{0D108BD9-81ED-4DB2-BD59-A6C34878D82A}">
                    <a16:rowId xmlns:a16="http://schemas.microsoft.com/office/drawing/2014/main" val="1906645870"/>
                  </a:ext>
                </a:extLst>
              </a:tr>
              <a:tr h="344545">
                <a:tc>
                  <a:txBody>
                    <a:bodyPr/>
                    <a:lstStyle/>
                    <a:p>
                      <a:r>
                        <a:rPr lang="en-US" sz="1400">
                          <a:effectLst/>
                        </a:rPr>
                        <a:t>5</a:t>
                      </a:r>
                      <a:endParaRPr lang="en-US" sz="2200">
                        <a:effectLst/>
                      </a:endParaRPr>
                    </a:p>
                  </a:txBody>
                  <a:tcPr marL="46813" marR="46813" marT="46813" marB="46813"/>
                </a:tc>
                <a:tc>
                  <a:txBody>
                    <a:bodyPr/>
                    <a:lstStyle/>
                    <a:p>
                      <a:r>
                        <a:rPr lang="en-US" sz="1400">
                          <a:effectLst/>
                        </a:rPr>
                        <a:t>Panel Installation</a:t>
                      </a:r>
                      <a:endParaRPr lang="en-US" sz="2200">
                        <a:effectLst/>
                      </a:endParaRPr>
                    </a:p>
                  </a:txBody>
                  <a:tcPr marL="46813" marR="46813" marT="46813" marB="46813"/>
                </a:tc>
                <a:tc>
                  <a:txBody>
                    <a:bodyPr/>
                    <a:lstStyle/>
                    <a:p>
                      <a:r>
                        <a:rPr lang="en-US" sz="1400">
                          <a:effectLst/>
                        </a:rPr>
                        <a:t>Solar Panels</a:t>
                      </a:r>
                      <a:endParaRPr lang="en-US" sz="2200">
                        <a:effectLst/>
                      </a:endParaRPr>
                    </a:p>
                  </a:txBody>
                  <a:tcPr marL="46813" marR="46813" marT="46813" marB="46813"/>
                </a:tc>
                <a:extLst>
                  <a:ext uri="{0D108BD9-81ED-4DB2-BD59-A6C34878D82A}">
                    <a16:rowId xmlns:a16="http://schemas.microsoft.com/office/drawing/2014/main" val="2997462232"/>
                  </a:ext>
                </a:extLst>
              </a:tr>
              <a:tr h="344545">
                <a:tc>
                  <a:txBody>
                    <a:bodyPr/>
                    <a:lstStyle/>
                    <a:p>
                      <a:r>
                        <a:rPr lang="en-US" sz="1400">
                          <a:effectLst/>
                        </a:rPr>
                        <a:t>6</a:t>
                      </a:r>
                      <a:endParaRPr lang="en-US" sz="2200">
                        <a:effectLst/>
                      </a:endParaRPr>
                    </a:p>
                  </a:txBody>
                  <a:tcPr marL="46813" marR="46813" marT="46813" marB="46813"/>
                </a:tc>
                <a:tc>
                  <a:txBody>
                    <a:bodyPr/>
                    <a:lstStyle/>
                    <a:p>
                      <a:r>
                        <a:rPr lang="en-US" sz="1400">
                          <a:effectLst/>
                        </a:rPr>
                        <a:t>Electrical Wiring</a:t>
                      </a:r>
                      <a:endParaRPr lang="en-US" sz="2200">
                        <a:effectLst/>
                      </a:endParaRPr>
                    </a:p>
                  </a:txBody>
                  <a:tcPr marL="46813" marR="46813" marT="46813" marB="46813"/>
                </a:tc>
                <a:tc>
                  <a:txBody>
                    <a:bodyPr/>
                    <a:lstStyle/>
                    <a:p>
                      <a:r>
                        <a:rPr lang="en-US" sz="1400">
                          <a:effectLst/>
                        </a:rPr>
                        <a:t>Wiring &amp; Conduits</a:t>
                      </a:r>
                      <a:endParaRPr lang="en-US" sz="2200">
                        <a:effectLst/>
                      </a:endParaRPr>
                    </a:p>
                  </a:txBody>
                  <a:tcPr marL="46813" marR="46813" marT="46813" marB="46813"/>
                </a:tc>
                <a:extLst>
                  <a:ext uri="{0D108BD9-81ED-4DB2-BD59-A6C34878D82A}">
                    <a16:rowId xmlns:a16="http://schemas.microsoft.com/office/drawing/2014/main" val="3588617382"/>
                  </a:ext>
                </a:extLst>
              </a:tr>
              <a:tr h="344545">
                <a:tc>
                  <a:txBody>
                    <a:bodyPr/>
                    <a:lstStyle/>
                    <a:p>
                      <a:r>
                        <a:rPr lang="en-US" sz="1400">
                          <a:effectLst/>
                        </a:rPr>
                        <a:t>7</a:t>
                      </a:r>
                      <a:endParaRPr lang="en-US" sz="2200">
                        <a:effectLst/>
                      </a:endParaRPr>
                    </a:p>
                  </a:txBody>
                  <a:tcPr marL="46813" marR="46813" marT="46813" marB="46813"/>
                </a:tc>
                <a:tc>
                  <a:txBody>
                    <a:bodyPr/>
                    <a:lstStyle/>
                    <a:p>
                      <a:r>
                        <a:rPr lang="en-US" sz="1400">
                          <a:effectLst/>
                        </a:rPr>
                        <a:t>Connecting Inverter</a:t>
                      </a:r>
                      <a:endParaRPr lang="en-US" sz="2200">
                        <a:effectLst/>
                      </a:endParaRPr>
                    </a:p>
                  </a:txBody>
                  <a:tcPr marL="46813" marR="46813" marT="46813" marB="46813"/>
                </a:tc>
                <a:tc>
                  <a:txBody>
                    <a:bodyPr/>
                    <a:lstStyle/>
                    <a:p>
                      <a:r>
                        <a:rPr lang="en-US" sz="1400">
                          <a:effectLst/>
                        </a:rPr>
                        <a:t>Inverter</a:t>
                      </a:r>
                      <a:endParaRPr lang="en-US" sz="2200">
                        <a:effectLst/>
                      </a:endParaRPr>
                    </a:p>
                  </a:txBody>
                  <a:tcPr marL="46813" marR="46813" marT="46813" marB="46813"/>
                </a:tc>
                <a:extLst>
                  <a:ext uri="{0D108BD9-81ED-4DB2-BD59-A6C34878D82A}">
                    <a16:rowId xmlns:a16="http://schemas.microsoft.com/office/drawing/2014/main" val="522518571"/>
                  </a:ext>
                </a:extLst>
              </a:tr>
              <a:tr h="344545">
                <a:tc>
                  <a:txBody>
                    <a:bodyPr/>
                    <a:lstStyle/>
                    <a:p>
                      <a:r>
                        <a:rPr lang="en-US" sz="1400">
                          <a:effectLst/>
                        </a:rPr>
                        <a:t>8</a:t>
                      </a:r>
                      <a:endParaRPr lang="en-US" sz="2200">
                        <a:effectLst/>
                      </a:endParaRPr>
                    </a:p>
                  </a:txBody>
                  <a:tcPr marL="46813" marR="46813" marT="46813" marB="46813"/>
                </a:tc>
                <a:tc>
                  <a:txBody>
                    <a:bodyPr/>
                    <a:lstStyle/>
                    <a:p>
                      <a:r>
                        <a:rPr lang="en-US" sz="1400">
                          <a:effectLst/>
                        </a:rPr>
                        <a:t>Battery Setup (if applicable)</a:t>
                      </a:r>
                      <a:endParaRPr lang="en-US" sz="2200">
                        <a:effectLst/>
                      </a:endParaRPr>
                    </a:p>
                  </a:txBody>
                  <a:tcPr marL="46813" marR="46813" marT="46813" marB="46813"/>
                </a:tc>
                <a:tc>
                  <a:txBody>
                    <a:bodyPr/>
                    <a:lstStyle/>
                    <a:p>
                      <a:r>
                        <a:rPr lang="en-US" sz="1400">
                          <a:effectLst/>
                        </a:rPr>
                        <a:t>Battery Storage</a:t>
                      </a:r>
                      <a:endParaRPr lang="en-US" sz="2200">
                        <a:effectLst/>
                      </a:endParaRPr>
                    </a:p>
                  </a:txBody>
                  <a:tcPr marL="46813" marR="46813" marT="46813" marB="46813"/>
                </a:tc>
                <a:extLst>
                  <a:ext uri="{0D108BD9-81ED-4DB2-BD59-A6C34878D82A}">
                    <a16:rowId xmlns:a16="http://schemas.microsoft.com/office/drawing/2014/main" val="1400709125"/>
                  </a:ext>
                </a:extLst>
              </a:tr>
              <a:tr h="344545">
                <a:tc>
                  <a:txBody>
                    <a:bodyPr/>
                    <a:lstStyle/>
                    <a:p>
                      <a:r>
                        <a:rPr lang="en-US" sz="1400">
                          <a:effectLst/>
                        </a:rPr>
                        <a:t>9</a:t>
                      </a:r>
                      <a:endParaRPr lang="en-US" sz="2200">
                        <a:effectLst/>
                      </a:endParaRPr>
                    </a:p>
                  </a:txBody>
                  <a:tcPr marL="46813" marR="46813" marT="46813" marB="46813"/>
                </a:tc>
                <a:tc>
                  <a:txBody>
                    <a:bodyPr/>
                    <a:lstStyle/>
                    <a:p>
                      <a:r>
                        <a:rPr lang="en-US" sz="1400">
                          <a:effectLst/>
                        </a:rPr>
                        <a:t>System Testing</a:t>
                      </a:r>
                      <a:endParaRPr lang="en-US" sz="2200">
                        <a:effectLst/>
                      </a:endParaRPr>
                    </a:p>
                  </a:txBody>
                  <a:tcPr marL="46813" marR="46813" marT="46813" marB="46813"/>
                </a:tc>
                <a:tc>
                  <a:txBody>
                    <a:bodyPr/>
                    <a:lstStyle/>
                    <a:p>
                      <a:r>
                        <a:rPr lang="en-US" sz="1400">
                          <a:effectLst/>
                        </a:rPr>
                        <a:t>Testing Tools</a:t>
                      </a:r>
                      <a:endParaRPr lang="en-US" sz="2200">
                        <a:effectLst/>
                      </a:endParaRPr>
                    </a:p>
                  </a:txBody>
                  <a:tcPr marL="46813" marR="46813" marT="46813" marB="46813"/>
                </a:tc>
                <a:extLst>
                  <a:ext uri="{0D108BD9-81ED-4DB2-BD59-A6C34878D82A}">
                    <a16:rowId xmlns:a16="http://schemas.microsoft.com/office/drawing/2014/main" val="3604121280"/>
                  </a:ext>
                </a:extLst>
              </a:tr>
              <a:tr h="344545">
                <a:tc>
                  <a:txBody>
                    <a:bodyPr/>
                    <a:lstStyle/>
                    <a:p>
                      <a:r>
                        <a:rPr lang="en-US" sz="1400">
                          <a:effectLst/>
                        </a:rPr>
                        <a:t>10</a:t>
                      </a:r>
                      <a:endParaRPr lang="en-US" sz="2200">
                        <a:effectLst/>
                      </a:endParaRPr>
                    </a:p>
                  </a:txBody>
                  <a:tcPr marL="46813" marR="46813" marT="46813" marB="46813"/>
                </a:tc>
                <a:tc>
                  <a:txBody>
                    <a:bodyPr/>
                    <a:lstStyle/>
                    <a:p>
                      <a:r>
                        <a:rPr lang="en-US" sz="1400">
                          <a:effectLst/>
                        </a:rPr>
                        <a:t>Activation</a:t>
                      </a:r>
                      <a:endParaRPr lang="en-US" sz="2200">
                        <a:effectLst/>
                      </a:endParaRPr>
                    </a:p>
                  </a:txBody>
                  <a:tcPr marL="46813" marR="46813" marT="46813" marB="46813"/>
                </a:tc>
                <a:tc>
                  <a:txBody>
                    <a:bodyPr/>
                    <a:lstStyle/>
                    <a:p>
                      <a:r>
                        <a:rPr lang="en-US" sz="1400">
                          <a:effectLst/>
                        </a:rPr>
                        <a:t>Monitoring System</a:t>
                      </a:r>
                      <a:endParaRPr lang="en-US" sz="2200">
                        <a:effectLst/>
                      </a:endParaRPr>
                    </a:p>
                  </a:txBody>
                  <a:tcPr marL="46813" marR="46813" marT="46813" marB="46813"/>
                </a:tc>
                <a:extLst>
                  <a:ext uri="{0D108BD9-81ED-4DB2-BD59-A6C34878D82A}">
                    <a16:rowId xmlns:a16="http://schemas.microsoft.com/office/drawing/2014/main" val="2869616379"/>
                  </a:ext>
                </a:extLst>
              </a:tr>
            </a:tbl>
          </a:graphicData>
        </a:graphic>
      </p:graphicFrame>
    </p:spTree>
    <p:extLst>
      <p:ext uri="{BB962C8B-B14F-4D97-AF65-F5344CB8AC3E}">
        <p14:creationId xmlns:p14="http://schemas.microsoft.com/office/powerpoint/2010/main" val="2460064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36A41-BF38-4C0A-BA59-CDCE04AE6C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0BD559-F340-DB36-FE4F-1E67053C365D}"/>
              </a:ext>
            </a:extLst>
          </p:cNvPr>
          <p:cNvSpPr>
            <a:spLocks noGrp="1"/>
          </p:cNvSpPr>
          <p:nvPr>
            <p:ph type="title"/>
          </p:nvPr>
        </p:nvSpPr>
        <p:spPr>
          <a:xfrm>
            <a:off x="1135856" y="908649"/>
            <a:ext cx="4079720" cy="3977676"/>
          </a:xfrm>
        </p:spPr>
        <p:txBody>
          <a:bodyPr anchor="t">
            <a:normAutofit/>
          </a:bodyPr>
          <a:lstStyle/>
          <a:p>
            <a:pPr algn="r"/>
            <a:r>
              <a:rPr lang="en-US" sz="3400"/>
              <a:t>Conclusion</a:t>
            </a:r>
          </a:p>
        </p:txBody>
      </p:sp>
      <p:sp>
        <p:nvSpPr>
          <p:cNvPr id="3" name="Content Placeholder 2">
            <a:extLst>
              <a:ext uri="{FF2B5EF4-FFF2-40B4-BE49-F238E27FC236}">
                <a16:creationId xmlns:a16="http://schemas.microsoft.com/office/drawing/2014/main" id="{20CF81BD-33E1-139D-D701-987A312C32FF}"/>
              </a:ext>
            </a:extLst>
          </p:cNvPr>
          <p:cNvSpPr>
            <a:spLocks noGrp="1"/>
          </p:cNvSpPr>
          <p:nvPr>
            <p:ph idx="1"/>
          </p:nvPr>
        </p:nvSpPr>
        <p:spPr>
          <a:xfrm>
            <a:off x="5701896" y="964889"/>
            <a:ext cx="5118505" cy="4909137"/>
          </a:xfrm>
        </p:spPr>
        <p:txBody>
          <a:bodyPr>
            <a:normAutofit/>
          </a:bodyPr>
          <a:lstStyle/>
          <a:p>
            <a:pPr>
              <a:lnSpc>
                <a:spcPct val="110000"/>
              </a:lnSpc>
            </a:pPr>
            <a:r>
              <a:rPr lang="en-US" sz="1800"/>
              <a:t>Environmental Benefits</a:t>
            </a:r>
          </a:p>
          <a:p>
            <a:pPr lvl="1">
              <a:lnSpc>
                <a:spcPct val="110000"/>
              </a:lnSpc>
            </a:pPr>
            <a:r>
              <a:rPr lang="en-US" sz="1800"/>
              <a:t>Reduces carbon footprint</a:t>
            </a:r>
          </a:p>
          <a:p>
            <a:pPr lvl="1">
              <a:lnSpc>
                <a:spcPct val="110000"/>
              </a:lnSpc>
            </a:pPr>
            <a:r>
              <a:rPr lang="en-US" sz="1800"/>
              <a:t>Promotes sustainable energy use</a:t>
            </a:r>
          </a:p>
          <a:p>
            <a:pPr>
              <a:lnSpc>
                <a:spcPct val="110000"/>
              </a:lnSpc>
            </a:pPr>
            <a:r>
              <a:rPr lang="en-US" sz="1800"/>
              <a:t>Energy Independence</a:t>
            </a:r>
          </a:p>
          <a:p>
            <a:pPr lvl="1">
              <a:lnSpc>
                <a:spcPct val="110000"/>
              </a:lnSpc>
            </a:pPr>
            <a:r>
              <a:rPr lang="en-US" sz="1800"/>
              <a:t>Decreases reliance on grid power</a:t>
            </a:r>
          </a:p>
          <a:p>
            <a:pPr lvl="1">
              <a:lnSpc>
                <a:spcPct val="110000"/>
              </a:lnSpc>
            </a:pPr>
            <a:r>
              <a:rPr lang="en-US" sz="1800"/>
              <a:t>Provides a reliable energy source</a:t>
            </a:r>
          </a:p>
          <a:p>
            <a:pPr>
              <a:lnSpc>
                <a:spcPct val="110000"/>
              </a:lnSpc>
            </a:pPr>
            <a:r>
              <a:rPr lang="en-US" sz="1800"/>
              <a:t>Cost Savings</a:t>
            </a:r>
          </a:p>
          <a:p>
            <a:pPr lvl="1">
              <a:lnSpc>
                <a:spcPct val="110000"/>
              </a:lnSpc>
            </a:pPr>
            <a:r>
              <a:rPr lang="en-US" sz="1800"/>
              <a:t>Lowers energy bills</a:t>
            </a:r>
          </a:p>
          <a:p>
            <a:pPr lvl="1">
              <a:lnSpc>
                <a:spcPct val="110000"/>
              </a:lnSpc>
            </a:pPr>
            <a:r>
              <a:rPr lang="en-US" sz="1800"/>
              <a:t>Potential for government incentives</a:t>
            </a:r>
          </a:p>
          <a:p>
            <a:pPr>
              <a:lnSpc>
                <a:spcPct val="110000"/>
              </a:lnSpc>
            </a:pPr>
            <a:r>
              <a:rPr lang="en-US" sz="1800"/>
              <a:t>Efficiency Metrics</a:t>
            </a:r>
          </a:p>
          <a:p>
            <a:pPr>
              <a:lnSpc>
                <a:spcPct val="110000"/>
              </a:lnSpc>
            </a:pPr>
            <a:r>
              <a:rPr lang="en-US" sz="1800"/>
              <a:t>Installation Guidelines</a:t>
            </a:r>
          </a:p>
          <a:p>
            <a:pPr>
              <a:lnSpc>
                <a:spcPct val="110000"/>
              </a:lnSpc>
            </a:pPr>
            <a:r>
              <a:rPr lang="en-US" sz="1800"/>
              <a:t>Maintenance Tips</a:t>
            </a:r>
          </a:p>
        </p:txBody>
      </p:sp>
      <p:sp>
        <p:nvSpPr>
          <p:cNvPr id="10" name="Rectangle 9">
            <a:extLst>
              <a:ext uri="{FF2B5EF4-FFF2-40B4-BE49-F238E27FC236}">
                <a16:creationId xmlns:a16="http://schemas.microsoft.com/office/drawing/2014/main" id="{92D36A8B-01FD-4675-9D35-FA0CC50FD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8741"/>
            <a:ext cx="12192000" cy="449256"/>
          </a:xfrm>
          <a:prstGeom prst="rect">
            <a:avLst/>
          </a:prstGeom>
          <a:gradFill>
            <a:gsLst>
              <a:gs pos="14000">
                <a:schemeClr val="accent4">
                  <a:alpha val="28000"/>
                </a:schemeClr>
              </a:gs>
              <a:gs pos="100000">
                <a:schemeClr val="accent5">
                  <a:alpha val="8500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6D76E8-086A-40F9-B995-AEFD77D9C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8316"/>
            <a:ext cx="8153398" cy="449684"/>
          </a:xfrm>
          <a:prstGeom prst="rect">
            <a:avLst/>
          </a:prstGeom>
          <a:gradFill>
            <a:gsLst>
              <a:gs pos="9000">
                <a:schemeClr val="accent2">
                  <a:lumMod val="60000"/>
                  <a:lumOff val="40000"/>
                  <a:alpha val="68000"/>
                </a:schemeClr>
              </a:gs>
              <a:gs pos="99000">
                <a:schemeClr val="accent2"/>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5788603"/>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DBDB89296ABC4CA97A3BE41CC45CB1" ma:contentTypeVersion="17" ma:contentTypeDescription="Create a new document." ma:contentTypeScope="" ma:versionID="ae7d54edf8c7d621891a01959cf4ace8">
  <xsd:schema xmlns:xsd="http://www.w3.org/2001/XMLSchema" xmlns:xs="http://www.w3.org/2001/XMLSchema" xmlns:p="http://schemas.microsoft.com/office/2006/metadata/properties" xmlns:ns2="bb6133b9-d602-40a0-8a01-38633b46c2e5" xmlns:ns3="38a71296-dfe7-4f64-a6a1-c1691144d90e" targetNamespace="http://schemas.microsoft.com/office/2006/metadata/properties" ma:root="true" ma:fieldsID="ecbfb1f90456d80c0e0f618ec477891c" ns2:_="" ns3:_="">
    <xsd:import namespace="bb6133b9-d602-40a0-8a01-38633b46c2e5"/>
    <xsd:import namespace="38a71296-dfe7-4f64-a6a1-c1691144d9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ProjectCost" minOccurs="0"/>
                <xsd:element ref="ns2:PropertySqFt" minOccurs="0"/>
                <xsd:element ref="ns2:ProjectLocation" minOccurs="0"/>
                <xsd:element ref="ns2:ArrayType" minOccurs="0"/>
                <xsd:element ref="ns2:ProjectSize" minOccurs="0"/>
                <xsd:element ref="ns2:TimelineStatus" minOccurs="0"/>
                <xsd:element ref="ns2:Reviewed" minOccurs="0"/>
                <xsd:element ref="ns3:PrimeClassificationStatus" minOccurs="0"/>
                <xsd:element ref="ns3:PrimeClassificationStatusDetails" minOccurs="0"/>
                <xsd:element ref="ns3:PrimeLastClassified" minOccurs="0"/>
                <xsd:element ref="ns3:PrimeCorrectedByUs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6133b9-d602-40a0-8a01-38633b46c2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ProjectCost" ma:index="11" nillable="true" ma:displayName="Project Cost" ma:internalName="ProjectCost">
      <xsd:simpleType>
        <xsd:restriction base="dms:Number"/>
      </xsd:simpleType>
    </xsd:element>
    <xsd:element name="PropertySqFt" ma:index="12" nillable="true" ma:displayName="Property SqFt" ma:internalName="PropertySqFt">
      <xsd:simpleType>
        <xsd:restriction base="dms:Number"/>
      </xsd:simpleType>
    </xsd:element>
    <xsd:element name="ProjectLocation" ma:index="13" nillable="true" ma:displayName="Location" ma:internalName="ProjectLocation">
      <xsd:simpleType>
        <xsd:restriction base="dms:Text"/>
      </xsd:simpleType>
    </xsd:element>
    <xsd:element name="ArrayType" ma:index="14" nillable="true" ma:displayName="Array Type" ma:format="Dropdown" ma:internalName="ArrayType">
      <xsd:simpleType>
        <xsd:restriction base="dms:Choice">
          <xsd:enumeration value="A100"/>
          <xsd:enumeration value="A200"/>
          <xsd:enumeration value="A300"/>
          <xsd:enumeration value="A400"/>
          <xsd:enumeration value="Other"/>
        </xsd:restriction>
      </xsd:simpleType>
    </xsd:element>
    <xsd:element name="ProjectSize" ma:index="15" nillable="true" ma:displayName="Project Size" ma:format="Dropdown" ma:internalName="ProjectSize">
      <xsd:simpleType>
        <xsd:restriction base="dms:Choice">
          <xsd:enumeration value="Small"/>
          <xsd:enumeration value="Medium"/>
          <xsd:enumeration value="Large"/>
        </xsd:restriction>
      </xsd:simpleType>
    </xsd:element>
    <xsd:element name="TimelineStatus" ma:index="16" nillable="true" ma:displayName="Timeline Status" ma:default="On Track" ma:format="Dropdown" ma:internalName="TimelineStatus">
      <xsd:simpleType>
        <xsd:restriction base="dms:Choice">
          <xsd:enumeration value="On Track"/>
          <xsd:enumeration value="At Risk"/>
          <xsd:enumeration value="Delayed"/>
        </xsd:restriction>
      </xsd:simpleType>
    </xsd:element>
    <xsd:element name="Reviewed" ma:index="17" nillable="true" ma:displayName="Reviewed" ma:default="0" ma:internalName="Review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8a71296-dfe7-4f64-a6a1-c1691144d90e" elementFormDefault="qualified">
    <xsd:import namespace="http://schemas.microsoft.com/office/2006/documentManagement/types"/>
    <xsd:import namespace="http://schemas.microsoft.com/office/infopath/2007/PartnerControls"/>
    <xsd:element name="PrimeClassificationStatus" ma:index="18" nillable="true" ma:displayName="Processing status" ma:internalName="PrimeClassificationStatus">
      <xsd:simpleType>
        <xsd:restriction base="dms:Text"/>
      </xsd:simpleType>
    </xsd:element>
    <xsd:element name="PrimeClassificationStatusDetails" ma:index="19" nillable="true" ma:displayName="Processing details" ma:internalName="PrimeClassificationStatusDetails">
      <xsd:simpleType>
        <xsd:restriction base="dms:Note">
          <xsd:maxLength value="255"/>
        </xsd:restriction>
      </xsd:simpleType>
    </xsd:element>
    <xsd:element name="PrimeLastClassified" ma:index="20" nillable="true" ma:displayName="Processed" ma:internalName="PrimeLastClassified">
      <xsd:simpleType>
        <xsd:restriction base="dms:DateTime"/>
      </xsd:simpleType>
    </xsd:element>
    <xsd:element name="PrimeCorrectedByUser" ma:index="21" nillable="true" ma:displayName="Corrected" ma:internalName="PrimeCorrectedByUser">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imelineStatus xmlns="bb6133b9-d602-40a0-8a01-38633b46c2e5">On Track</TimelineStatus>
    <PrimeClassificationStatusDetails xmlns="38a71296-dfe7-4f64-a6a1-c1691144d90e" xsi:nil="true"/>
    <PrimeCorrectedByUser xmlns="38a71296-dfe7-4f64-a6a1-c1691144d90e" xsi:nil="true"/>
    <PropertySqFt xmlns="bb6133b9-d602-40a0-8a01-38633b46c2e5" xsi:nil="true"/>
    <ProjectSize xmlns="bb6133b9-d602-40a0-8a01-38633b46c2e5" xsi:nil="true"/>
    <ProjectCost xmlns="bb6133b9-d602-40a0-8a01-38633b46c2e5" xsi:nil="true"/>
    <Reviewed xmlns="bb6133b9-d602-40a0-8a01-38633b46c2e5">false</Reviewed>
    <ProjectLocation xmlns="bb6133b9-d602-40a0-8a01-38633b46c2e5" xsi:nil="true"/>
    <PrimeLastClassified xmlns="38a71296-dfe7-4f64-a6a1-c1691144d90e" xsi:nil="true"/>
    <ArrayType xmlns="bb6133b9-d602-40a0-8a01-38633b46c2e5" xsi:nil="true"/>
    <PrimeClassificationStatus xmlns="38a71296-dfe7-4f64-a6a1-c1691144d90e" xsi:nil="true"/>
  </documentManagement>
</p:properties>
</file>

<file path=customXml/itemProps1.xml><?xml version="1.0" encoding="utf-8"?>
<ds:datastoreItem xmlns:ds="http://schemas.openxmlformats.org/officeDocument/2006/customXml" ds:itemID="{029C773E-7348-4EF9-B76F-C12A8E4138ED}"/>
</file>

<file path=customXml/itemProps2.xml><?xml version="1.0" encoding="utf-8"?>
<ds:datastoreItem xmlns:ds="http://schemas.openxmlformats.org/officeDocument/2006/customXml" ds:itemID="{65B80847-E54C-410B-9871-D259D1E1AD17}">
  <ds:schemaRefs>
    <ds:schemaRef ds:uri="http://schemas.microsoft.com/sharepoint/v3/contenttype/forms"/>
  </ds:schemaRefs>
</ds:datastoreItem>
</file>

<file path=customXml/itemProps3.xml><?xml version="1.0" encoding="utf-8"?>
<ds:datastoreItem xmlns:ds="http://schemas.openxmlformats.org/officeDocument/2006/customXml" ds:itemID="{92939A32-D269-41EC-BC23-269BF3FADBBA}">
  <ds:schemaRefs>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2760</Words>
  <Application>Microsoft Office PowerPoint</Application>
  <PresentationFormat>Widescreen</PresentationFormat>
  <Paragraphs>267</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Avenir Next LT Pro</vt:lpstr>
      <vt:lpstr>Avenir Next LT Pro Light</vt:lpstr>
      <vt:lpstr>Calibri</vt:lpstr>
      <vt:lpstr>Neue Haas Grotesk Text Pro</vt:lpstr>
      <vt:lpstr>GradientRiseVTI</vt:lpstr>
      <vt:lpstr>A300 Series Solar Panel Array</vt:lpstr>
      <vt:lpstr>Agenda</vt:lpstr>
      <vt:lpstr>Introduction</vt:lpstr>
      <vt:lpstr>Panel Types</vt:lpstr>
      <vt:lpstr>Efficiency Metrics</vt:lpstr>
      <vt:lpstr>Site Assessment</vt:lpstr>
      <vt:lpstr>Mounting the Panels</vt:lpstr>
      <vt:lpstr>Electrical Connections</vt:lpstr>
      <vt:lpstr>Cleaning and Inspection</vt:lpstr>
      <vt:lpstr>Professional Maintenance</vt:lpstr>
      <vt:lpstr>Environmental Benefits</vt:lpstr>
      <vt:lpstr>Cost Savings Over Time</vt:lpstr>
      <vt:lpstr>Base Prices</vt:lpstr>
      <vt:lpstr>Average Pricing for a 3400 Square Foot Home</vt:lpstr>
      <vt:lpstr>Discounts and Incentives</vt:lpstr>
      <vt:lpstr>Comparison of Panel Types</vt:lpstr>
      <vt:lpstr>Comparison of Panel Types</vt:lpstr>
      <vt:lpstr>Solar Panel Installation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Vesa Juvonen</cp:lastModifiedBy>
  <cp:revision>4</cp:revision>
  <dcterms:created xsi:type="dcterms:W3CDTF">2024-10-30T16:59:56Z</dcterms:created>
  <dcterms:modified xsi:type="dcterms:W3CDTF">2024-11-28T13:39:49Z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0x0101002ADBDB89296ABC4CA97A3BE41CC45CB1</vt:lpwstr>
  </property>
</Properties>
</file>