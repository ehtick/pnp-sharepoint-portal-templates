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5" d="100"/>
          <a:sy n="85" d="100"/>
        </p:scale>
        <p:origin x="102" y="1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J Tan" userId="S::cj@relecloud24igniteprod.onmicrosoft.com::a2aaa624-9ac6-465b-96ea-5854f46d08bb" providerId="AD" clId="Web-{212EF536-4BE3-BF57-4211-1D262BFADDA6}"/>
    <pc:docChg chg="modSld">
      <pc:chgData name="CJ Tan" userId="S::cj@relecloud24igniteprod.onmicrosoft.com::a2aaa624-9ac6-465b-96ea-5854f46d08bb" providerId="AD" clId="Web-{212EF536-4BE3-BF57-4211-1D262BFADDA6}" dt="2024-11-13T22:46:55.909" v="0" actId="20577"/>
      <pc:docMkLst>
        <pc:docMk/>
      </pc:docMkLst>
      <pc:sldChg chg="modSp">
        <pc:chgData name="CJ Tan" userId="S::cj@relecloud24igniteprod.onmicrosoft.com::a2aaa624-9ac6-465b-96ea-5854f46d08bb" providerId="AD" clId="Web-{212EF536-4BE3-BF57-4211-1D262BFADDA6}" dt="2024-11-13T22:46:55.909" v="0" actId="20577"/>
        <pc:sldMkLst>
          <pc:docMk/>
          <pc:sldMk cId="2096290282" sldId="256"/>
        </pc:sldMkLst>
        <pc:spChg chg="mod">
          <ac:chgData name="CJ Tan" userId="S::cj@relecloud24igniteprod.onmicrosoft.com::a2aaa624-9ac6-465b-96ea-5854f46d08bb" providerId="AD" clId="Web-{212EF536-4BE3-BF57-4211-1D262BFADDA6}" dt="2024-11-13T22:46:55.909" v="0" actId="20577"/>
          <ac:spMkLst>
            <pc:docMk/>
            <pc:sldMk cId="2096290282" sldId="256"/>
            <ac:spMk id="2" creationId="{AF9D4964-B2EC-43D1-3A21-5E98FB23ED7D}"/>
          </ac:spMkLst>
        </pc:spChg>
      </pc:sldChg>
    </pc:docChg>
  </pc:docChgLst>
  <pc:docChgLst>
    <pc:chgData name="Jeremy Chapman (MECHANICS AND DEPLOYMENT)" userId="S::jchapman@microsoft.com::4bc43bf4-7905-4d6f-9008-356c9f215a59" providerId="AD" clId="Web-{3EBA7E0F-4210-8804-2141-B85DCFF08912}"/>
    <pc:docChg chg="addSld delSld modSld addMainMaster delMainMaster">
      <pc:chgData name="Jeremy Chapman (MECHANICS AND DEPLOYMENT)" userId="S::jchapman@microsoft.com::4bc43bf4-7905-4d6f-9008-356c9f215a59" providerId="AD" clId="Web-{3EBA7E0F-4210-8804-2141-B85DCFF08912}" dt="2024-10-30T16:55:25.034" v="1" actId="34807"/>
      <pc:docMkLst>
        <pc:docMk/>
      </pc:docMkLst>
      <pc:sldChg chg="del">
        <pc:chgData name="Jeremy Chapman (MECHANICS AND DEPLOYMENT)" userId="S::jchapman@microsoft.com::4bc43bf4-7905-4d6f-9008-356c9f215a59" providerId="AD" clId="Web-{3EBA7E0F-4210-8804-2141-B85DCFF08912}" dt="2024-10-30T16:55:24.502" v="0" actId="34807"/>
        <pc:sldMkLst>
          <pc:docMk/>
          <pc:sldMk cId="109857222" sldId="256"/>
        </pc:sldMkLst>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096290282" sldId="256"/>
        </pc:sldMkLst>
        <pc:spChg chg="mod">
          <ac:chgData name="Jeremy Chapman (MECHANICS AND DEPLOYMENT)" userId="S::jchapman@microsoft.com::4bc43bf4-7905-4d6f-9008-356c9f215a59" providerId="AD" clId="Web-{3EBA7E0F-4210-8804-2141-B85DCFF08912}" dt="2024-10-30T16:55:25.034" v="1" actId="34807"/>
          <ac:spMkLst>
            <pc:docMk/>
            <pc:sldMk cId="2096290282" sldId="256"/>
            <ac:spMk id="2" creationId="{AF9D4964-B2EC-43D1-3A21-5E98FB23ED7D}"/>
          </ac:spMkLst>
        </pc:spChg>
        <pc:spChg chg="add">
          <ac:chgData name="Jeremy Chapman (MECHANICS AND DEPLOYMENT)" userId="S::jchapman@microsoft.com::4bc43bf4-7905-4d6f-9008-356c9f215a59" providerId="AD" clId="Web-{3EBA7E0F-4210-8804-2141-B85DCFF08912}" dt="2024-10-30T16:55:25.034" v="1" actId="34807"/>
          <ac:spMkLst>
            <pc:docMk/>
            <pc:sldMk cId="2096290282" sldId="256"/>
            <ac:spMk id="7" creationId="{7404E292-5FAB-47E8-A663-A07530CED8FF}"/>
          </ac:spMkLst>
        </pc:spChg>
        <pc:spChg chg="add">
          <ac:chgData name="Jeremy Chapman (MECHANICS AND DEPLOYMENT)" userId="S::jchapman@microsoft.com::4bc43bf4-7905-4d6f-9008-356c9f215a59" providerId="AD" clId="Web-{3EBA7E0F-4210-8804-2141-B85DCFF08912}" dt="2024-10-30T16:55:25.034" v="1" actId="34807"/>
          <ac:spMkLst>
            <pc:docMk/>
            <pc:sldMk cId="2096290282" sldId="256"/>
            <ac:spMk id="9" creationId="{D80FF8ED-64CE-400C-A4D5-9F943FC264DE}"/>
          </ac:spMkLst>
        </pc:spChg>
        <pc:spChg chg="add">
          <ac:chgData name="Jeremy Chapman (MECHANICS AND DEPLOYMENT)" userId="S::jchapman@microsoft.com::4bc43bf4-7905-4d6f-9008-356c9f215a59" providerId="AD" clId="Web-{3EBA7E0F-4210-8804-2141-B85DCFF08912}" dt="2024-10-30T16:55:25.034" v="1" actId="34807"/>
          <ac:spMkLst>
            <pc:docMk/>
            <pc:sldMk cId="2096290282" sldId="256"/>
            <ac:spMk id="11" creationId="{568868AD-100D-45F3-B11E-8A2936712B9E}"/>
          </ac:spMkLst>
        </pc:spChg>
        <pc:spChg chg="add">
          <ac:chgData name="Jeremy Chapman (MECHANICS AND DEPLOYMENT)" userId="S::jchapman@microsoft.com::4bc43bf4-7905-4d6f-9008-356c9f215a59" providerId="AD" clId="Web-{3EBA7E0F-4210-8804-2141-B85DCFF08912}" dt="2024-10-30T16:55:25.034" v="1" actId="34807"/>
          <ac:spMkLst>
            <pc:docMk/>
            <pc:sldMk cId="2096290282" sldId="256"/>
            <ac:spMk id="13" creationId="{714742CC-05F9-44AC-AF98-AB6EF810E47D}"/>
          </ac:spMkLst>
        </pc:spChg>
        <pc:spChg chg="add">
          <ac:chgData name="Jeremy Chapman (MECHANICS AND DEPLOYMENT)" userId="S::jchapman@microsoft.com::4bc43bf4-7905-4d6f-9008-356c9f215a59" providerId="AD" clId="Web-{3EBA7E0F-4210-8804-2141-B85DCFF08912}" dt="2024-10-30T16:55:25.034" v="1" actId="34807"/>
          <ac:spMkLst>
            <pc:docMk/>
            <pc:sldMk cId="2096290282" sldId="256"/>
            <ac:spMk id="15" creationId="{853C77DB-C7E3-4B1F-9AD0-1EB2982A865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875947290" sldId="257"/>
        </pc:sldMkLst>
        <pc:spChg chg="mod">
          <ac:chgData name="Jeremy Chapman (MECHANICS AND DEPLOYMENT)" userId="S::jchapman@microsoft.com::4bc43bf4-7905-4d6f-9008-356c9f215a59" providerId="AD" clId="Web-{3EBA7E0F-4210-8804-2141-B85DCFF08912}" dt="2024-10-30T16:55:25.034" v="1" actId="34807"/>
          <ac:spMkLst>
            <pc:docMk/>
            <pc:sldMk cId="875947290" sldId="257"/>
            <ac:spMk id="2" creationId="{E9475AE9-FDF3-FC5C-50F0-404D85876346}"/>
          </ac:spMkLst>
        </pc:spChg>
        <pc:spChg chg="mod">
          <ac:chgData name="Jeremy Chapman (MECHANICS AND DEPLOYMENT)" userId="S::jchapman@microsoft.com::4bc43bf4-7905-4d6f-9008-356c9f215a59" providerId="AD" clId="Web-{3EBA7E0F-4210-8804-2141-B85DCFF08912}" dt="2024-10-30T16:55:25.034" v="1" actId="34807"/>
          <ac:spMkLst>
            <pc:docMk/>
            <pc:sldMk cId="875947290" sldId="257"/>
            <ac:spMk id="3" creationId="{345C74BB-FABF-4881-29C6-AC132F03877E}"/>
          </ac:spMkLst>
        </pc:spChg>
        <pc:spChg chg="add">
          <ac:chgData name="Jeremy Chapman (MECHANICS AND DEPLOYMENT)" userId="S::jchapman@microsoft.com::4bc43bf4-7905-4d6f-9008-356c9f215a59" providerId="AD" clId="Web-{3EBA7E0F-4210-8804-2141-B85DCFF08912}" dt="2024-10-30T16:55:25.034" v="1" actId="34807"/>
          <ac:spMkLst>
            <pc:docMk/>
            <pc:sldMk cId="875947290" sldId="257"/>
            <ac:spMk id="8" creationId="{45C5CC17-FF17-43CF-B073-D9051465D5CC}"/>
          </ac:spMkLst>
        </pc:spChg>
        <pc:spChg chg="add">
          <ac:chgData name="Jeremy Chapman (MECHANICS AND DEPLOYMENT)" userId="S::jchapman@microsoft.com::4bc43bf4-7905-4d6f-9008-356c9f215a59" providerId="AD" clId="Web-{3EBA7E0F-4210-8804-2141-B85DCFF08912}" dt="2024-10-30T16:55:25.034" v="1" actId="34807"/>
          <ac:spMkLst>
            <pc:docMk/>
            <pc:sldMk cId="875947290" sldId="257"/>
            <ac:spMk id="10" creationId="{1EBE2DDC-0D14-44E6-A1AB-2EEC09507435}"/>
          </ac:spMkLst>
        </pc:spChg>
        <pc:spChg chg="add">
          <ac:chgData name="Jeremy Chapman (MECHANICS AND DEPLOYMENT)" userId="S::jchapman@microsoft.com::4bc43bf4-7905-4d6f-9008-356c9f215a59" providerId="AD" clId="Web-{3EBA7E0F-4210-8804-2141-B85DCFF08912}" dt="2024-10-30T16:55:25.034" v="1" actId="34807"/>
          <ac:spMkLst>
            <pc:docMk/>
            <pc:sldMk cId="875947290" sldId="257"/>
            <ac:spMk id="12" creationId="{A8543D98-0AA2-43B4-B508-DC1DB7F3DC9A}"/>
          </ac:spMkLst>
        </pc:spChg>
        <pc:spChg chg="add">
          <ac:chgData name="Jeremy Chapman (MECHANICS AND DEPLOYMENT)" userId="S::jchapman@microsoft.com::4bc43bf4-7905-4d6f-9008-356c9f215a59" providerId="AD" clId="Web-{3EBA7E0F-4210-8804-2141-B85DCFF08912}" dt="2024-10-30T16:55:25.034" v="1" actId="34807"/>
          <ac:spMkLst>
            <pc:docMk/>
            <pc:sldMk cId="875947290" sldId="257"/>
            <ac:spMk id="14" creationId="{89723C1D-9A1A-465B-8164-483BF5426613}"/>
          </ac:spMkLst>
        </pc:spChg>
        <pc:spChg chg="add">
          <ac:chgData name="Jeremy Chapman (MECHANICS AND DEPLOYMENT)" userId="S::jchapman@microsoft.com::4bc43bf4-7905-4d6f-9008-356c9f215a59" providerId="AD" clId="Web-{3EBA7E0F-4210-8804-2141-B85DCFF08912}" dt="2024-10-30T16:55:25.034" v="1" actId="34807"/>
          <ac:spMkLst>
            <pc:docMk/>
            <pc:sldMk cId="875947290" sldId="257"/>
            <ac:spMk id="16" creationId="{A6680484-5F73-4078-85C2-415205B1A4C0}"/>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385888308" sldId="258"/>
        </pc:sldMkLst>
        <pc:spChg chg="mod">
          <ac:chgData name="Jeremy Chapman (MECHANICS AND DEPLOYMENT)" userId="S::jchapman@microsoft.com::4bc43bf4-7905-4d6f-9008-356c9f215a59" providerId="AD" clId="Web-{3EBA7E0F-4210-8804-2141-B85DCFF08912}" dt="2024-10-30T16:55:25.034" v="1" actId="34807"/>
          <ac:spMkLst>
            <pc:docMk/>
            <pc:sldMk cId="1385888308" sldId="258"/>
            <ac:spMk id="2" creationId="{7C9C9F74-7CBB-F71C-676E-CF74C306EC99}"/>
          </ac:spMkLst>
        </pc:spChg>
        <pc:spChg chg="mod">
          <ac:chgData name="Jeremy Chapman (MECHANICS AND DEPLOYMENT)" userId="S::jchapman@microsoft.com::4bc43bf4-7905-4d6f-9008-356c9f215a59" providerId="AD" clId="Web-{3EBA7E0F-4210-8804-2141-B85DCFF08912}" dt="2024-10-30T16:55:25.034" v="1" actId="34807"/>
          <ac:spMkLst>
            <pc:docMk/>
            <pc:sldMk cId="1385888308" sldId="258"/>
            <ac:spMk id="3" creationId="{A7793086-E4DD-4211-1B1E-51BCAB85D9E1}"/>
          </ac:spMkLst>
        </pc:spChg>
        <pc:spChg chg="add">
          <ac:chgData name="Jeremy Chapman (MECHANICS AND DEPLOYMENT)" userId="S::jchapman@microsoft.com::4bc43bf4-7905-4d6f-9008-356c9f215a59" providerId="AD" clId="Web-{3EBA7E0F-4210-8804-2141-B85DCFF08912}" dt="2024-10-30T16:55:25.034" v="1" actId="34807"/>
          <ac:spMkLst>
            <pc:docMk/>
            <pc:sldMk cId="1385888308" sldId="258"/>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1385888308" sldId="258"/>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1385888308" sldId="258"/>
            <ac:spMk id="12" creationId="{726D76E8-086A-40F9-B995-AEFD77D9C08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3297741635" sldId="259"/>
        </pc:sldMkLst>
        <pc:spChg chg="mod">
          <ac:chgData name="Jeremy Chapman (MECHANICS AND DEPLOYMENT)" userId="S::jchapman@microsoft.com::4bc43bf4-7905-4d6f-9008-356c9f215a59" providerId="AD" clId="Web-{3EBA7E0F-4210-8804-2141-B85DCFF08912}" dt="2024-10-30T16:55:25.034" v="1" actId="34807"/>
          <ac:spMkLst>
            <pc:docMk/>
            <pc:sldMk cId="3297741635" sldId="259"/>
            <ac:spMk id="2" creationId="{D7321166-1097-5320-2D72-DA4582672A7D}"/>
          </ac:spMkLst>
        </pc:spChg>
        <pc:spChg chg="mod">
          <ac:chgData name="Jeremy Chapman (MECHANICS AND DEPLOYMENT)" userId="S::jchapman@microsoft.com::4bc43bf4-7905-4d6f-9008-356c9f215a59" providerId="AD" clId="Web-{3EBA7E0F-4210-8804-2141-B85DCFF08912}" dt="2024-10-30T16:55:25.034" v="1" actId="34807"/>
          <ac:spMkLst>
            <pc:docMk/>
            <pc:sldMk cId="3297741635" sldId="259"/>
            <ac:spMk id="3" creationId="{D30BBA75-16E3-DD2A-6836-53015F0A3303}"/>
          </ac:spMkLst>
        </pc:spChg>
        <pc:spChg chg="add">
          <ac:chgData name="Jeremy Chapman (MECHANICS AND DEPLOYMENT)" userId="S::jchapman@microsoft.com::4bc43bf4-7905-4d6f-9008-356c9f215a59" providerId="AD" clId="Web-{3EBA7E0F-4210-8804-2141-B85DCFF08912}" dt="2024-10-30T16:55:25.034" v="1" actId="34807"/>
          <ac:spMkLst>
            <pc:docMk/>
            <pc:sldMk cId="3297741635" sldId="259"/>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3297741635" sldId="259"/>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3297741635" sldId="259"/>
            <ac:spMk id="12" creationId="{726D76E8-086A-40F9-B995-AEFD77D9C08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920553583" sldId="260"/>
        </pc:sldMkLst>
        <pc:spChg chg="mod">
          <ac:chgData name="Jeremy Chapman (MECHANICS AND DEPLOYMENT)" userId="S::jchapman@microsoft.com::4bc43bf4-7905-4d6f-9008-356c9f215a59" providerId="AD" clId="Web-{3EBA7E0F-4210-8804-2141-B85DCFF08912}" dt="2024-10-30T16:55:25.034" v="1" actId="34807"/>
          <ac:spMkLst>
            <pc:docMk/>
            <pc:sldMk cId="2920553583" sldId="260"/>
            <ac:spMk id="2" creationId="{21FC8C4E-7E89-EEF8-E384-D9D28EA8122F}"/>
          </ac:spMkLst>
        </pc:spChg>
        <pc:spChg chg="mod">
          <ac:chgData name="Jeremy Chapman (MECHANICS AND DEPLOYMENT)" userId="S::jchapman@microsoft.com::4bc43bf4-7905-4d6f-9008-356c9f215a59" providerId="AD" clId="Web-{3EBA7E0F-4210-8804-2141-B85DCFF08912}" dt="2024-10-30T16:55:25.034" v="1" actId="34807"/>
          <ac:spMkLst>
            <pc:docMk/>
            <pc:sldMk cId="2920553583" sldId="260"/>
            <ac:spMk id="3" creationId="{60EADDB6-25CE-DB7F-8D3D-A3E2B9D8EA66}"/>
          </ac:spMkLst>
        </pc:spChg>
        <pc:spChg chg="add">
          <ac:chgData name="Jeremy Chapman (MECHANICS AND DEPLOYMENT)" userId="S::jchapman@microsoft.com::4bc43bf4-7905-4d6f-9008-356c9f215a59" providerId="AD" clId="Web-{3EBA7E0F-4210-8804-2141-B85DCFF08912}" dt="2024-10-30T16:55:25.034" v="1" actId="34807"/>
          <ac:spMkLst>
            <pc:docMk/>
            <pc:sldMk cId="2920553583" sldId="260"/>
            <ac:spMk id="8" creationId="{45C5CC17-FF17-43CF-B073-D9051465D5CC}"/>
          </ac:spMkLst>
        </pc:spChg>
        <pc:spChg chg="add">
          <ac:chgData name="Jeremy Chapman (MECHANICS AND DEPLOYMENT)" userId="S::jchapman@microsoft.com::4bc43bf4-7905-4d6f-9008-356c9f215a59" providerId="AD" clId="Web-{3EBA7E0F-4210-8804-2141-B85DCFF08912}" dt="2024-10-30T16:55:25.034" v="1" actId="34807"/>
          <ac:spMkLst>
            <pc:docMk/>
            <pc:sldMk cId="2920553583" sldId="260"/>
            <ac:spMk id="10" creationId="{1EBE2DDC-0D14-44E6-A1AB-2EEC09507435}"/>
          </ac:spMkLst>
        </pc:spChg>
        <pc:spChg chg="add">
          <ac:chgData name="Jeremy Chapman (MECHANICS AND DEPLOYMENT)" userId="S::jchapman@microsoft.com::4bc43bf4-7905-4d6f-9008-356c9f215a59" providerId="AD" clId="Web-{3EBA7E0F-4210-8804-2141-B85DCFF08912}" dt="2024-10-30T16:55:25.034" v="1" actId="34807"/>
          <ac:spMkLst>
            <pc:docMk/>
            <pc:sldMk cId="2920553583" sldId="260"/>
            <ac:spMk id="12" creationId="{A8543D98-0AA2-43B4-B508-DC1DB7F3DC9A}"/>
          </ac:spMkLst>
        </pc:spChg>
        <pc:spChg chg="add">
          <ac:chgData name="Jeremy Chapman (MECHANICS AND DEPLOYMENT)" userId="S::jchapman@microsoft.com::4bc43bf4-7905-4d6f-9008-356c9f215a59" providerId="AD" clId="Web-{3EBA7E0F-4210-8804-2141-B85DCFF08912}" dt="2024-10-30T16:55:25.034" v="1" actId="34807"/>
          <ac:spMkLst>
            <pc:docMk/>
            <pc:sldMk cId="2920553583" sldId="260"/>
            <ac:spMk id="14" creationId="{89723C1D-9A1A-465B-8164-483BF5426613}"/>
          </ac:spMkLst>
        </pc:spChg>
        <pc:spChg chg="add">
          <ac:chgData name="Jeremy Chapman (MECHANICS AND DEPLOYMENT)" userId="S::jchapman@microsoft.com::4bc43bf4-7905-4d6f-9008-356c9f215a59" providerId="AD" clId="Web-{3EBA7E0F-4210-8804-2141-B85DCFF08912}" dt="2024-10-30T16:55:25.034" v="1" actId="34807"/>
          <ac:spMkLst>
            <pc:docMk/>
            <pc:sldMk cId="2920553583" sldId="260"/>
            <ac:spMk id="16" creationId="{A6680484-5F73-4078-85C2-415205B1A4C0}"/>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337242698" sldId="261"/>
        </pc:sldMkLst>
        <pc:spChg chg="mod">
          <ac:chgData name="Jeremy Chapman (MECHANICS AND DEPLOYMENT)" userId="S::jchapman@microsoft.com::4bc43bf4-7905-4d6f-9008-356c9f215a59" providerId="AD" clId="Web-{3EBA7E0F-4210-8804-2141-B85DCFF08912}" dt="2024-10-30T16:55:25.034" v="1" actId="34807"/>
          <ac:spMkLst>
            <pc:docMk/>
            <pc:sldMk cId="1337242698" sldId="261"/>
            <ac:spMk id="2" creationId="{C2C7A9B8-6EB8-3054-BB5C-FC67AFF34D67}"/>
          </ac:spMkLst>
        </pc:spChg>
        <pc:spChg chg="mod">
          <ac:chgData name="Jeremy Chapman (MECHANICS AND DEPLOYMENT)" userId="S::jchapman@microsoft.com::4bc43bf4-7905-4d6f-9008-356c9f215a59" providerId="AD" clId="Web-{3EBA7E0F-4210-8804-2141-B85DCFF08912}" dt="2024-10-30T16:55:25.034" v="1" actId="34807"/>
          <ac:spMkLst>
            <pc:docMk/>
            <pc:sldMk cId="1337242698" sldId="261"/>
            <ac:spMk id="3" creationId="{C22C59C8-D383-8E43-97CC-A1E7CB061642}"/>
          </ac:spMkLst>
        </pc:spChg>
        <pc:spChg chg="add">
          <ac:chgData name="Jeremy Chapman (MECHANICS AND DEPLOYMENT)" userId="S::jchapman@microsoft.com::4bc43bf4-7905-4d6f-9008-356c9f215a59" providerId="AD" clId="Web-{3EBA7E0F-4210-8804-2141-B85DCFF08912}" dt="2024-10-30T16:55:25.034" v="1" actId="34807"/>
          <ac:spMkLst>
            <pc:docMk/>
            <pc:sldMk cId="1337242698" sldId="261"/>
            <ac:spMk id="8" creationId="{45C5CC17-FF17-43CF-B073-D9051465D5CC}"/>
          </ac:spMkLst>
        </pc:spChg>
        <pc:spChg chg="add">
          <ac:chgData name="Jeremy Chapman (MECHANICS AND DEPLOYMENT)" userId="S::jchapman@microsoft.com::4bc43bf4-7905-4d6f-9008-356c9f215a59" providerId="AD" clId="Web-{3EBA7E0F-4210-8804-2141-B85DCFF08912}" dt="2024-10-30T16:55:25.034" v="1" actId="34807"/>
          <ac:spMkLst>
            <pc:docMk/>
            <pc:sldMk cId="1337242698" sldId="261"/>
            <ac:spMk id="10" creationId="{1EBE2DDC-0D14-44E6-A1AB-2EEC09507435}"/>
          </ac:spMkLst>
        </pc:spChg>
        <pc:spChg chg="add">
          <ac:chgData name="Jeremy Chapman (MECHANICS AND DEPLOYMENT)" userId="S::jchapman@microsoft.com::4bc43bf4-7905-4d6f-9008-356c9f215a59" providerId="AD" clId="Web-{3EBA7E0F-4210-8804-2141-B85DCFF08912}" dt="2024-10-30T16:55:25.034" v="1" actId="34807"/>
          <ac:spMkLst>
            <pc:docMk/>
            <pc:sldMk cId="1337242698" sldId="261"/>
            <ac:spMk id="12" creationId="{A8543D98-0AA2-43B4-B508-DC1DB7F3DC9A}"/>
          </ac:spMkLst>
        </pc:spChg>
        <pc:spChg chg="add">
          <ac:chgData name="Jeremy Chapman (MECHANICS AND DEPLOYMENT)" userId="S::jchapman@microsoft.com::4bc43bf4-7905-4d6f-9008-356c9f215a59" providerId="AD" clId="Web-{3EBA7E0F-4210-8804-2141-B85DCFF08912}" dt="2024-10-30T16:55:25.034" v="1" actId="34807"/>
          <ac:spMkLst>
            <pc:docMk/>
            <pc:sldMk cId="1337242698" sldId="261"/>
            <ac:spMk id="14" creationId="{89723C1D-9A1A-465B-8164-483BF5426613}"/>
          </ac:spMkLst>
        </pc:spChg>
        <pc:spChg chg="add">
          <ac:chgData name="Jeremy Chapman (MECHANICS AND DEPLOYMENT)" userId="S::jchapman@microsoft.com::4bc43bf4-7905-4d6f-9008-356c9f215a59" providerId="AD" clId="Web-{3EBA7E0F-4210-8804-2141-B85DCFF08912}" dt="2024-10-30T16:55:25.034" v="1" actId="34807"/>
          <ac:spMkLst>
            <pc:docMk/>
            <pc:sldMk cId="1337242698" sldId="261"/>
            <ac:spMk id="16" creationId="{A6680484-5F73-4078-85C2-415205B1A4C0}"/>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4090101795" sldId="262"/>
        </pc:sldMkLst>
        <pc:spChg chg="mod">
          <ac:chgData name="Jeremy Chapman (MECHANICS AND DEPLOYMENT)" userId="S::jchapman@microsoft.com::4bc43bf4-7905-4d6f-9008-356c9f215a59" providerId="AD" clId="Web-{3EBA7E0F-4210-8804-2141-B85DCFF08912}" dt="2024-10-30T16:55:25.034" v="1" actId="34807"/>
          <ac:spMkLst>
            <pc:docMk/>
            <pc:sldMk cId="4090101795" sldId="262"/>
            <ac:spMk id="2" creationId="{E4B55190-B282-B75C-E401-6EC0AC4831D3}"/>
          </ac:spMkLst>
        </pc:spChg>
        <pc:spChg chg="mod">
          <ac:chgData name="Jeremy Chapman (MECHANICS AND DEPLOYMENT)" userId="S::jchapman@microsoft.com::4bc43bf4-7905-4d6f-9008-356c9f215a59" providerId="AD" clId="Web-{3EBA7E0F-4210-8804-2141-B85DCFF08912}" dt="2024-10-30T16:55:25.034" v="1" actId="34807"/>
          <ac:spMkLst>
            <pc:docMk/>
            <pc:sldMk cId="4090101795" sldId="262"/>
            <ac:spMk id="3" creationId="{F6B8FDFA-BA55-E293-3992-BE7D026F6199}"/>
          </ac:spMkLst>
        </pc:spChg>
        <pc:spChg chg="add">
          <ac:chgData name="Jeremy Chapman (MECHANICS AND DEPLOYMENT)" userId="S::jchapman@microsoft.com::4bc43bf4-7905-4d6f-9008-356c9f215a59" providerId="AD" clId="Web-{3EBA7E0F-4210-8804-2141-B85DCFF08912}" dt="2024-10-30T16:55:25.034" v="1" actId="34807"/>
          <ac:spMkLst>
            <pc:docMk/>
            <pc:sldMk cId="4090101795" sldId="262"/>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4090101795" sldId="262"/>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4090101795" sldId="262"/>
            <ac:spMk id="12" creationId="{726D76E8-086A-40F9-B995-AEFD77D9C08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267744751" sldId="263"/>
        </pc:sldMkLst>
        <pc:spChg chg="mod">
          <ac:chgData name="Jeremy Chapman (MECHANICS AND DEPLOYMENT)" userId="S::jchapman@microsoft.com::4bc43bf4-7905-4d6f-9008-356c9f215a59" providerId="AD" clId="Web-{3EBA7E0F-4210-8804-2141-B85DCFF08912}" dt="2024-10-30T16:55:25.034" v="1" actId="34807"/>
          <ac:spMkLst>
            <pc:docMk/>
            <pc:sldMk cId="1267744751" sldId="263"/>
            <ac:spMk id="2" creationId="{3FA50BD1-1343-F2EF-175A-1A9BB509D6BA}"/>
          </ac:spMkLst>
        </pc:spChg>
        <pc:spChg chg="mod">
          <ac:chgData name="Jeremy Chapman (MECHANICS AND DEPLOYMENT)" userId="S::jchapman@microsoft.com::4bc43bf4-7905-4d6f-9008-356c9f215a59" providerId="AD" clId="Web-{3EBA7E0F-4210-8804-2141-B85DCFF08912}" dt="2024-10-30T16:55:25.034" v="1" actId="34807"/>
          <ac:spMkLst>
            <pc:docMk/>
            <pc:sldMk cId="1267744751" sldId="263"/>
            <ac:spMk id="4" creationId="{6E9CF145-441D-E517-BF78-AE01FE6483C3}"/>
          </ac:spMkLst>
        </pc:spChg>
        <pc:spChg chg="add">
          <ac:chgData name="Jeremy Chapman (MECHANICS AND DEPLOYMENT)" userId="S::jchapman@microsoft.com::4bc43bf4-7905-4d6f-9008-356c9f215a59" providerId="AD" clId="Web-{3EBA7E0F-4210-8804-2141-B85DCFF08912}" dt="2024-10-30T16:55:25.034" v="1" actId="34807"/>
          <ac:spMkLst>
            <pc:docMk/>
            <pc:sldMk cId="1267744751" sldId="263"/>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1267744751" sldId="263"/>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1267744751" sldId="263"/>
            <ac:spMk id="14" creationId="{979E27D9-03C7-44E2-9FF8-15D0C8506AF7}"/>
          </ac:spMkLst>
        </pc:spChg>
        <pc:spChg chg="add">
          <ac:chgData name="Jeremy Chapman (MECHANICS AND DEPLOYMENT)" userId="S::jchapman@microsoft.com::4bc43bf4-7905-4d6f-9008-356c9f215a59" providerId="AD" clId="Web-{3EBA7E0F-4210-8804-2141-B85DCFF08912}" dt="2024-10-30T16:55:25.034" v="1" actId="34807"/>
          <ac:spMkLst>
            <pc:docMk/>
            <pc:sldMk cId="1267744751" sldId="263"/>
            <ac:spMk id="16" creationId="{EEBF1590-3B36-48EE-A89D-3B6F3CB256AB}"/>
          </ac:spMkLst>
        </pc:spChg>
        <pc:spChg chg="add">
          <ac:chgData name="Jeremy Chapman (MECHANICS AND DEPLOYMENT)" userId="S::jchapman@microsoft.com::4bc43bf4-7905-4d6f-9008-356c9f215a59" providerId="AD" clId="Web-{3EBA7E0F-4210-8804-2141-B85DCFF08912}" dt="2024-10-30T16:55:25.034" v="1" actId="34807"/>
          <ac:spMkLst>
            <pc:docMk/>
            <pc:sldMk cId="1267744751" sldId="263"/>
            <ac:spMk id="18" creationId="{AC8F6C8C-AB5A-4548-942D-E3FD40ACBC49}"/>
          </ac:spMkLst>
        </pc:spChg>
        <pc:picChg chg="mod ord">
          <ac:chgData name="Jeremy Chapman (MECHANICS AND DEPLOYMENT)" userId="S::jchapman@microsoft.com::4bc43bf4-7905-4d6f-9008-356c9f215a59" providerId="AD" clId="Web-{3EBA7E0F-4210-8804-2141-B85DCFF08912}" dt="2024-10-30T16:55:25.034" v="1" actId="34807"/>
          <ac:picMkLst>
            <pc:docMk/>
            <pc:sldMk cId="1267744751" sldId="263"/>
            <ac:picMk id="5" creationId="{61420CB6-98CE-40D4-B4BC-A0156FB6038B}"/>
          </ac:picMkLst>
        </pc:pic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291668064" sldId="264"/>
        </pc:sldMkLst>
        <pc:spChg chg="mod">
          <ac:chgData name="Jeremy Chapman (MECHANICS AND DEPLOYMENT)" userId="S::jchapman@microsoft.com::4bc43bf4-7905-4d6f-9008-356c9f215a59" providerId="AD" clId="Web-{3EBA7E0F-4210-8804-2141-B85DCFF08912}" dt="2024-10-30T16:55:25.034" v="1" actId="34807"/>
          <ac:spMkLst>
            <pc:docMk/>
            <pc:sldMk cId="2291668064" sldId="264"/>
            <ac:spMk id="2" creationId="{A616BA66-E3C2-764A-5184-033A8C0E65BC}"/>
          </ac:spMkLst>
        </pc:spChg>
        <pc:spChg chg="mod">
          <ac:chgData name="Jeremy Chapman (MECHANICS AND DEPLOYMENT)" userId="S::jchapman@microsoft.com::4bc43bf4-7905-4d6f-9008-356c9f215a59" providerId="AD" clId="Web-{3EBA7E0F-4210-8804-2141-B85DCFF08912}" dt="2024-10-30T16:55:25.034" v="1" actId="34807"/>
          <ac:spMkLst>
            <pc:docMk/>
            <pc:sldMk cId="2291668064" sldId="264"/>
            <ac:spMk id="4" creationId="{F6DC54DE-0096-DAB2-09EE-A15554A9D112}"/>
          </ac:spMkLst>
        </pc:spChg>
        <pc:spChg chg="add">
          <ac:chgData name="Jeremy Chapman (MECHANICS AND DEPLOYMENT)" userId="S::jchapman@microsoft.com::4bc43bf4-7905-4d6f-9008-356c9f215a59" providerId="AD" clId="Web-{3EBA7E0F-4210-8804-2141-B85DCFF08912}" dt="2024-10-30T16:55:25.034" v="1" actId="34807"/>
          <ac:spMkLst>
            <pc:docMk/>
            <pc:sldMk cId="2291668064" sldId="264"/>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2291668064" sldId="264"/>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2291668064" sldId="264"/>
            <ac:spMk id="14" creationId="{11D6A2A3-F101-46F7-8B6F-1C699CAFE9AD}"/>
          </ac:spMkLst>
        </pc:spChg>
        <pc:spChg chg="add">
          <ac:chgData name="Jeremy Chapman (MECHANICS AND DEPLOYMENT)" userId="S::jchapman@microsoft.com::4bc43bf4-7905-4d6f-9008-356c9f215a59" providerId="AD" clId="Web-{3EBA7E0F-4210-8804-2141-B85DCFF08912}" dt="2024-10-30T16:55:25.034" v="1" actId="34807"/>
          <ac:spMkLst>
            <pc:docMk/>
            <pc:sldMk cId="2291668064" sldId="264"/>
            <ac:spMk id="16" creationId="{529E760E-527D-4053-A309-F2BDE12501CD}"/>
          </ac:spMkLst>
        </pc:spChg>
        <pc:spChg chg="add">
          <ac:chgData name="Jeremy Chapman (MECHANICS AND DEPLOYMENT)" userId="S::jchapman@microsoft.com::4bc43bf4-7905-4d6f-9008-356c9f215a59" providerId="AD" clId="Web-{3EBA7E0F-4210-8804-2141-B85DCFF08912}" dt="2024-10-30T16:55:25.034" v="1" actId="34807"/>
          <ac:spMkLst>
            <pc:docMk/>
            <pc:sldMk cId="2291668064" sldId="264"/>
            <ac:spMk id="18" creationId="{4153D448-4ED1-429A-A28C-8316DE7CAF7E}"/>
          </ac:spMkLst>
        </pc:spChg>
        <pc:picChg chg="mod ord">
          <ac:chgData name="Jeremy Chapman (MECHANICS AND DEPLOYMENT)" userId="S::jchapman@microsoft.com::4bc43bf4-7905-4d6f-9008-356c9f215a59" providerId="AD" clId="Web-{3EBA7E0F-4210-8804-2141-B85DCFF08912}" dt="2024-10-30T16:55:25.034" v="1" actId="34807"/>
          <ac:picMkLst>
            <pc:docMk/>
            <pc:sldMk cId="2291668064" sldId="264"/>
            <ac:picMk id="5" creationId="{FF7B29C7-5847-4F06-ABBD-4AE4B8CB15FC}"/>
          </ac:picMkLst>
        </pc:pic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444484772" sldId="265"/>
        </pc:sldMkLst>
        <pc:spChg chg="mod">
          <ac:chgData name="Jeremy Chapman (MECHANICS AND DEPLOYMENT)" userId="S::jchapman@microsoft.com::4bc43bf4-7905-4d6f-9008-356c9f215a59" providerId="AD" clId="Web-{3EBA7E0F-4210-8804-2141-B85DCFF08912}" dt="2024-10-30T16:55:25.034" v="1" actId="34807"/>
          <ac:spMkLst>
            <pc:docMk/>
            <pc:sldMk cId="2444484772" sldId="265"/>
            <ac:spMk id="2" creationId="{853DBD19-2077-E06A-CA91-5629278CE0EB}"/>
          </ac:spMkLst>
        </pc:spChg>
        <pc:spChg chg="mod">
          <ac:chgData name="Jeremy Chapman (MECHANICS AND DEPLOYMENT)" userId="S::jchapman@microsoft.com::4bc43bf4-7905-4d6f-9008-356c9f215a59" providerId="AD" clId="Web-{3EBA7E0F-4210-8804-2141-B85DCFF08912}" dt="2024-10-30T16:55:25.034" v="1" actId="34807"/>
          <ac:spMkLst>
            <pc:docMk/>
            <pc:sldMk cId="2444484772" sldId="265"/>
            <ac:spMk id="4" creationId="{573D7A05-7A13-DE19-6E0D-4F84E6847DED}"/>
          </ac:spMkLst>
        </pc:spChg>
        <pc:spChg chg="add">
          <ac:chgData name="Jeremy Chapman (MECHANICS AND DEPLOYMENT)" userId="S::jchapman@microsoft.com::4bc43bf4-7905-4d6f-9008-356c9f215a59" providerId="AD" clId="Web-{3EBA7E0F-4210-8804-2141-B85DCFF08912}" dt="2024-10-30T16:55:25.034" v="1" actId="34807"/>
          <ac:spMkLst>
            <pc:docMk/>
            <pc:sldMk cId="2444484772" sldId="265"/>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2444484772" sldId="265"/>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2444484772" sldId="265"/>
            <ac:spMk id="14" creationId="{11D6A2A3-F101-46F7-8B6F-1C699CAFE9AD}"/>
          </ac:spMkLst>
        </pc:spChg>
        <pc:spChg chg="add">
          <ac:chgData name="Jeremy Chapman (MECHANICS AND DEPLOYMENT)" userId="S::jchapman@microsoft.com::4bc43bf4-7905-4d6f-9008-356c9f215a59" providerId="AD" clId="Web-{3EBA7E0F-4210-8804-2141-B85DCFF08912}" dt="2024-10-30T16:55:25.034" v="1" actId="34807"/>
          <ac:spMkLst>
            <pc:docMk/>
            <pc:sldMk cId="2444484772" sldId="265"/>
            <ac:spMk id="16" creationId="{529E760E-527D-4053-A309-F2BDE12501CD}"/>
          </ac:spMkLst>
        </pc:spChg>
        <pc:spChg chg="add">
          <ac:chgData name="Jeremy Chapman (MECHANICS AND DEPLOYMENT)" userId="S::jchapman@microsoft.com::4bc43bf4-7905-4d6f-9008-356c9f215a59" providerId="AD" clId="Web-{3EBA7E0F-4210-8804-2141-B85DCFF08912}" dt="2024-10-30T16:55:25.034" v="1" actId="34807"/>
          <ac:spMkLst>
            <pc:docMk/>
            <pc:sldMk cId="2444484772" sldId="265"/>
            <ac:spMk id="18" creationId="{4153D448-4ED1-429A-A28C-8316DE7CAF7E}"/>
          </ac:spMkLst>
        </pc:spChg>
        <pc:picChg chg="mod ord">
          <ac:chgData name="Jeremy Chapman (MECHANICS AND DEPLOYMENT)" userId="S::jchapman@microsoft.com::4bc43bf4-7905-4d6f-9008-356c9f215a59" providerId="AD" clId="Web-{3EBA7E0F-4210-8804-2141-B85DCFF08912}" dt="2024-10-30T16:55:25.034" v="1" actId="34807"/>
          <ac:picMkLst>
            <pc:docMk/>
            <pc:sldMk cId="2444484772" sldId="265"/>
            <ac:picMk id="5" creationId="{496188CA-AF8D-4421-AB2B-A67CF1B22FCF}"/>
          </ac:picMkLst>
        </pc:pic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917948060" sldId="266"/>
        </pc:sldMkLst>
        <pc:spChg chg="mod">
          <ac:chgData name="Jeremy Chapman (MECHANICS AND DEPLOYMENT)" userId="S::jchapman@microsoft.com::4bc43bf4-7905-4d6f-9008-356c9f215a59" providerId="AD" clId="Web-{3EBA7E0F-4210-8804-2141-B85DCFF08912}" dt="2024-10-30T16:55:25.034" v="1" actId="34807"/>
          <ac:spMkLst>
            <pc:docMk/>
            <pc:sldMk cId="2917948060" sldId="266"/>
            <ac:spMk id="2" creationId="{B8507849-3F1C-3018-3387-2BB00BF6C625}"/>
          </ac:spMkLst>
        </pc:spChg>
        <pc:spChg chg="mod">
          <ac:chgData name="Jeremy Chapman (MECHANICS AND DEPLOYMENT)" userId="S::jchapman@microsoft.com::4bc43bf4-7905-4d6f-9008-356c9f215a59" providerId="AD" clId="Web-{3EBA7E0F-4210-8804-2141-B85DCFF08912}" dt="2024-10-30T16:55:25.034" v="1" actId="34807"/>
          <ac:spMkLst>
            <pc:docMk/>
            <pc:sldMk cId="2917948060" sldId="266"/>
            <ac:spMk id="4" creationId="{0958A8B3-865B-960C-93A3-7C16C818CF79}"/>
          </ac:spMkLst>
        </pc:spChg>
        <pc:spChg chg="add">
          <ac:chgData name="Jeremy Chapman (MECHANICS AND DEPLOYMENT)" userId="S::jchapman@microsoft.com::4bc43bf4-7905-4d6f-9008-356c9f215a59" providerId="AD" clId="Web-{3EBA7E0F-4210-8804-2141-B85DCFF08912}" dt="2024-10-30T16:55:25.034" v="1" actId="34807"/>
          <ac:spMkLst>
            <pc:docMk/>
            <pc:sldMk cId="2917948060" sldId="266"/>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2917948060" sldId="266"/>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2917948060" sldId="266"/>
            <ac:spMk id="14" creationId="{11D6A2A3-F101-46F7-8B6F-1C699CAFE9AD}"/>
          </ac:spMkLst>
        </pc:spChg>
        <pc:spChg chg="add">
          <ac:chgData name="Jeremy Chapman (MECHANICS AND DEPLOYMENT)" userId="S::jchapman@microsoft.com::4bc43bf4-7905-4d6f-9008-356c9f215a59" providerId="AD" clId="Web-{3EBA7E0F-4210-8804-2141-B85DCFF08912}" dt="2024-10-30T16:55:25.034" v="1" actId="34807"/>
          <ac:spMkLst>
            <pc:docMk/>
            <pc:sldMk cId="2917948060" sldId="266"/>
            <ac:spMk id="16" creationId="{529E760E-527D-4053-A309-F2BDE12501CD}"/>
          </ac:spMkLst>
        </pc:spChg>
        <pc:spChg chg="add">
          <ac:chgData name="Jeremy Chapman (MECHANICS AND DEPLOYMENT)" userId="S::jchapman@microsoft.com::4bc43bf4-7905-4d6f-9008-356c9f215a59" providerId="AD" clId="Web-{3EBA7E0F-4210-8804-2141-B85DCFF08912}" dt="2024-10-30T16:55:25.034" v="1" actId="34807"/>
          <ac:spMkLst>
            <pc:docMk/>
            <pc:sldMk cId="2917948060" sldId="266"/>
            <ac:spMk id="18" creationId="{4153D448-4ED1-429A-A28C-8316DE7CAF7E}"/>
          </ac:spMkLst>
        </pc:spChg>
        <pc:picChg chg="mod ord">
          <ac:chgData name="Jeremy Chapman (MECHANICS AND DEPLOYMENT)" userId="S::jchapman@microsoft.com::4bc43bf4-7905-4d6f-9008-356c9f215a59" providerId="AD" clId="Web-{3EBA7E0F-4210-8804-2141-B85DCFF08912}" dt="2024-10-30T16:55:25.034" v="1" actId="34807"/>
          <ac:picMkLst>
            <pc:docMk/>
            <pc:sldMk cId="2917948060" sldId="266"/>
            <ac:picMk id="5" creationId="{901D4C68-E2E7-423C-9A10-710F9E804E8B}"/>
          </ac:picMkLst>
        </pc:pic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618066991" sldId="267"/>
        </pc:sldMkLst>
        <pc:spChg chg="mod ord">
          <ac:chgData name="Jeremy Chapman (MECHANICS AND DEPLOYMENT)" userId="S::jchapman@microsoft.com::4bc43bf4-7905-4d6f-9008-356c9f215a59" providerId="AD" clId="Web-{3EBA7E0F-4210-8804-2141-B85DCFF08912}" dt="2024-10-30T16:55:25.034" v="1" actId="34807"/>
          <ac:spMkLst>
            <pc:docMk/>
            <pc:sldMk cId="1618066991" sldId="267"/>
            <ac:spMk id="2" creationId="{D0585382-F747-C2F9-97D2-B5806AAD120D}"/>
          </ac:spMkLst>
        </pc:spChg>
        <pc:spChg chg="mod">
          <ac:chgData name="Jeremy Chapman (MECHANICS AND DEPLOYMENT)" userId="S::jchapman@microsoft.com::4bc43bf4-7905-4d6f-9008-356c9f215a59" providerId="AD" clId="Web-{3EBA7E0F-4210-8804-2141-B85DCFF08912}" dt="2024-10-30T16:55:25.034" v="1" actId="34807"/>
          <ac:spMkLst>
            <pc:docMk/>
            <pc:sldMk cId="1618066991" sldId="267"/>
            <ac:spMk id="4" creationId="{3E5AB1B5-142C-35EA-498B-3920244DD8CC}"/>
          </ac:spMkLst>
        </pc:spChg>
        <pc:spChg chg="add">
          <ac:chgData name="Jeremy Chapman (MECHANICS AND DEPLOYMENT)" userId="S::jchapman@microsoft.com::4bc43bf4-7905-4d6f-9008-356c9f215a59" providerId="AD" clId="Web-{3EBA7E0F-4210-8804-2141-B85DCFF08912}" dt="2024-10-30T16:55:25.034" v="1" actId="34807"/>
          <ac:spMkLst>
            <pc:docMk/>
            <pc:sldMk cId="1618066991" sldId="267"/>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1618066991" sldId="267"/>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1618066991" sldId="267"/>
            <ac:spMk id="14" creationId="{6ACA6F80-D392-A64E-3CF8-F28F1CCEE67B}"/>
          </ac:spMkLst>
        </pc:spChg>
        <pc:spChg chg="add">
          <ac:chgData name="Jeremy Chapman (MECHANICS AND DEPLOYMENT)" userId="S::jchapman@microsoft.com::4bc43bf4-7905-4d6f-9008-356c9f215a59" providerId="AD" clId="Web-{3EBA7E0F-4210-8804-2141-B85DCFF08912}" dt="2024-10-30T16:55:25.034" v="1" actId="34807"/>
          <ac:spMkLst>
            <pc:docMk/>
            <pc:sldMk cId="1618066991" sldId="267"/>
            <ac:spMk id="16" creationId="{81097DDE-1D45-40A7-9F85-72AD9472A02D}"/>
          </ac:spMkLst>
        </pc:spChg>
        <pc:spChg chg="add">
          <ac:chgData name="Jeremy Chapman (MECHANICS AND DEPLOYMENT)" userId="S::jchapman@microsoft.com::4bc43bf4-7905-4d6f-9008-356c9f215a59" providerId="AD" clId="Web-{3EBA7E0F-4210-8804-2141-B85DCFF08912}" dt="2024-10-30T16:55:25.034" v="1" actId="34807"/>
          <ac:spMkLst>
            <pc:docMk/>
            <pc:sldMk cId="1618066991" sldId="267"/>
            <ac:spMk id="18" creationId="{415C4FE2-5362-FB30-4461-17307BE10C9C}"/>
          </ac:spMkLst>
        </pc:spChg>
        <pc:picChg chg="mod">
          <ac:chgData name="Jeremy Chapman (MECHANICS AND DEPLOYMENT)" userId="S::jchapman@microsoft.com::4bc43bf4-7905-4d6f-9008-356c9f215a59" providerId="AD" clId="Web-{3EBA7E0F-4210-8804-2141-B85DCFF08912}" dt="2024-10-30T16:55:25.034" v="1" actId="34807"/>
          <ac:picMkLst>
            <pc:docMk/>
            <pc:sldMk cId="1618066991" sldId="267"/>
            <ac:picMk id="5" creationId="{12C322E5-B81F-4D77-B67F-EC984B5AC324}"/>
          </ac:picMkLst>
        </pc:pic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748681546" sldId="268"/>
        </pc:sldMkLst>
        <pc:spChg chg="mod">
          <ac:chgData name="Jeremy Chapman (MECHANICS AND DEPLOYMENT)" userId="S::jchapman@microsoft.com::4bc43bf4-7905-4d6f-9008-356c9f215a59" providerId="AD" clId="Web-{3EBA7E0F-4210-8804-2141-B85DCFF08912}" dt="2024-10-30T16:55:25.034" v="1" actId="34807"/>
          <ac:spMkLst>
            <pc:docMk/>
            <pc:sldMk cId="1748681546" sldId="268"/>
            <ac:spMk id="2" creationId="{81869C33-5756-E5CD-8F1B-FD0CF5AF85D9}"/>
          </ac:spMkLst>
        </pc:spChg>
        <pc:spChg chg="mod">
          <ac:chgData name="Jeremy Chapman (MECHANICS AND DEPLOYMENT)" userId="S::jchapman@microsoft.com::4bc43bf4-7905-4d6f-9008-356c9f215a59" providerId="AD" clId="Web-{3EBA7E0F-4210-8804-2141-B85DCFF08912}" dt="2024-10-30T16:55:25.034" v="1" actId="34807"/>
          <ac:spMkLst>
            <pc:docMk/>
            <pc:sldMk cId="1748681546" sldId="268"/>
            <ac:spMk id="3" creationId="{621A45B4-A741-864F-3C2E-33E5698A3053}"/>
          </ac:spMkLst>
        </pc:spChg>
        <pc:spChg chg="add">
          <ac:chgData name="Jeremy Chapman (MECHANICS AND DEPLOYMENT)" userId="S::jchapman@microsoft.com::4bc43bf4-7905-4d6f-9008-356c9f215a59" providerId="AD" clId="Web-{3EBA7E0F-4210-8804-2141-B85DCFF08912}" dt="2024-10-30T16:55:25.034" v="1" actId="34807"/>
          <ac:spMkLst>
            <pc:docMk/>
            <pc:sldMk cId="1748681546" sldId="268"/>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1748681546" sldId="268"/>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1748681546" sldId="268"/>
            <ac:spMk id="12" creationId="{726D76E8-086A-40F9-B995-AEFD77D9C08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092810985" sldId="269"/>
        </pc:sldMkLst>
        <pc:spChg chg="mod">
          <ac:chgData name="Jeremy Chapman (MECHANICS AND DEPLOYMENT)" userId="S::jchapman@microsoft.com::4bc43bf4-7905-4d6f-9008-356c9f215a59" providerId="AD" clId="Web-{3EBA7E0F-4210-8804-2141-B85DCFF08912}" dt="2024-10-30T16:55:25.034" v="1" actId="34807"/>
          <ac:spMkLst>
            <pc:docMk/>
            <pc:sldMk cId="2092810985" sldId="269"/>
            <ac:spMk id="2" creationId="{F198497B-15A9-83BF-AD5C-54780F3059A1}"/>
          </ac:spMkLst>
        </pc:spChg>
        <pc:spChg chg="mod">
          <ac:chgData name="Jeremy Chapman (MECHANICS AND DEPLOYMENT)" userId="S::jchapman@microsoft.com::4bc43bf4-7905-4d6f-9008-356c9f215a59" providerId="AD" clId="Web-{3EBA7E0F-4210-8804-2141-B85DCFF08912}" dt="2024-10-30T16:55:25.034" v="1" actId="34807"/>
          <ac:spMkLst>
            <pc:docMk/>
            <pc:sldMk cId="2092810985" sldId="269"/>
            <ac:spMk id="3" creationId="{11D22178-0358-19DE-1589-D6C1508BF086}"/>
          </ac:spMkLst>
        </pc:spChg>
        <pc:spChg chg="add">
          <ac:chgData name="Jeremy Chapman (MECHANICS AND DEPLOYMENT)" userId="S::jchapman@microsoft.com::4bc43bf4-7905-4d6f-9008-356c9f215a59" providerId="AD" clId="Web-{3EBA7E0F-4210-8804-2141-B85DCFF08912}" dt="2024-10-30T16:55:25.034" v="1" actId="34807"/>
          <ac:spMkLst>
            <pc:docMk/>
            <pc:sldMk cId="2092810985" sldId="269"/>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2092810985" sldId="269"/>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2092810985" sldId="269"/>
            <ac:spMk id="12" creationId="{726D76E8-086A-40F9-B995-AEFD77D9C08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255863996" sldId="270"/>
        </pc:sldMkLst>
        <pc:spChg chg="mod">
          <ac:chgData name="Jeremy Chapman (MECHANICS AND DEPLOYMENT)" userId="S::jchapman@microsoft.com::4bc43bf4-7905-4d6f-9008-356c9f215a59" providerId="AD" clId="Web-{3EBA7E0F-4210-8804-2141-B85DCFF08912}" dt="2024-10-30T16:55:25.034" v="1" actId="34807"/>
          <ac:spMkLst>
            <pc:docMk/>
            <pc:sldMk cId="1255863996" sldId="270"/>
            <ac:spMk id="2" creationId="{F5B5865D-246A-F462-307B-93C02F6A0BAE}"/>
          </ac:spMkLst>
        </pc:spChg>
        <pc:spChg chg="mod">
          <ac:chgData name="Jeremy Chapman (MECHANICS AND DEPLOYMENT)" userId="S::jchapman@microsoft.com::4bc43bf4-7905-4d6f-9008-356c9f215a59" providerId="AD" clId="Web-{3EBA7E0F-4210-8804-2141-B85DCFF08912}" dt="2024-10-30T16:55:25.034" v="1" actId="34807"/>
          <ac:spMkLst>
            <pc:docMk/>
            <pc:sldMk cId="1255863996" sldId="270"/>
            <ac:spMk id="4" creationId="{D48B7A70-B7D2-C7B6-7B02-EF3F24F5C085}"/>
          </ac:spMkLst>
        </pc:spChg>
        <pc:spChg chg="add">
          <ac:chgData name="Jeremy Chapman (MECHANICS AND DEPLOYMENT)" userId="S::jchapman@microsoft.com::4bc43bf4-7905-4d6f-9008-356c9f215a59" providerId="AD" clId="Web-{3EBA7E0F-4210-8804-2141-B85DCFF08912}" dt="2024-10-30T16:55:25.034" v="1" actId="34807"/>
          <ac:spMkLst>
            <pc:docMk/>
            <pc:sldMk cId="1255863996" sldId="270"/>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1255863996" sldId="270"/>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1255863996" sldId="270"/>
            <ac:spMk id="14" creationId="{11D6A2A3-F101-46F7-8B6F-1C699CAFE9AD}"/>
          </ac:spMkLst>
        </pc:spChg>
        <pc:spChg chg="add">
          <ac:chgData name="Jeremy Chapman (MECHANICS AND DEPLOYMENT)" userId="S::jchapman@microsoft.com::4bc43bf4-7905-4d6f-9008-356c9f215a59" providerId="AD" clId="Web-{3EBA7E0F-4210-8804-2141-B85DCFF08912}" dt="2024-10-30T16:55:25.034" v="1" actId="34807"/>
          <ac:spMkLst>
            <pc:docMk/>
            <pc:sldMk cId="1255863996" sldId="270"/>
            <ac:spMk id="16" creationId="{529E760E-527D-4053-A309-F2BDE12501CD}"/>
          </ac:spMkLst>
        </pc:spChg>
        <pc:spChg chg="add">
          <ac:chgData name="Jeremy Chapman (MECHANICS AND DEPLOYMENT)" userId="S::jchapman@microsoft.com::4bc43bf4-7905-4d6f-9008-356c9f215a59" providerId="AD" clId="Web-{3EBA7E0F-4210-8804-2141-B85DCFF08912}" dt="2024-10-30T16:55:25.034" v="1" actId="34807"/>
          <ac:spMkLst>
            <pc:docMk/>
            <pc:sldMk cId="1255863996" sldId="270"/>
            <ac:spMk id="18" creationId="{4153D448-4ED1-429A-A28C-8316DE7CAF7E}"/>
          </ac:spMkLst>
        </pc:spChg>
        <pc:picChg chg="mod ord">
          <ac:chgData name="Jeremy Chapman (MECHANICS AND DEPLOYMENT)" userId="S::jchapman@microsoft.com::4bc43bf4-7905-4d6f-9008-356c9f215a59" providerId="AD" clId="Web-{3EBA7E0F-4210-8804-2141-B85DCFF08912}" dt="2024-10-30T16:55:25.034" v="1" actId="34807"/>
          <ac:picMkLst>
            <pc:docMk/>
            <pc:sldMk cId="1255863996" sldId="270"/>
            <ac:picMk id="5" creationId="{8CD17CFF-AD07-4FDA-982A-D61C4F9B2831}"/>
          </ac:picMkLst>
        </pc:picChg>
      </pc:sldChg>
      <pc:sldChg chg="addSp delSp modSp add mod setBg modClrScheme chgLayout">
        <pc:chgData name="Jeremy Chapman (MECHANICS AND DEPLOYMENT)" userId="S::jchapman@microsoft.com::4bc43bf4-7905-4d6f-9008-356c9f215a59" providerId="AD" clId="Web-{3EBA7E0F-4210-8804-2141-B85DCFF08912}" dt="2024-10-30T16:55:25.034" v="1" actId="34807"/>
        <pc:sldMkLst>
          <pc:docMk/>
          <pc:sldMk cId="515877457" sldId="271"/>
        </pc:sldMkLst>
        <pc:spChg chg="mod">
          <ac:chgData name="Jeremy Chapman (MECHANICS AND DEPLOYMENT)" userId="S::jchapman@microsoft.com::4bc43bf4-7905-4d6f-9008-356c9f215a59" providerId="AD" clId="Web-{3EBA7E0F-4210-8804-2141-B85DCFF08912}" dt="2024-10-30T16:55:25.034" v="1" actId="34807"/>
          <ac:spMkLst>
            <pc:docMk/>
            <pc:sldMk cId="515877457" sldId="271"/>
            <ac:spMk id="2" creationId="{58B3CACB-A6DD-11DD-7081-180CD09233C2}"/>
          </ac:spMkLst>
        </pc:spChg>
        <pc:spChg chg="add">
          <ac:chgData name="Jeremy Chapman (MECHANICS AND DEPLOYMENT)" userId="S::jchapman@microsoft.com::4bc43bf4-7905-4d6f-9008-356c9f215a59" providerId="AD" clId="Web-{3EBA7E0F-4210-8804-2141-B85DCFF08912}" dt="2024-10-30T16:55:25.034" v="1" actId="34807"/>
          <ac:spMkLst>
            <pc:docMk/>
            <pc:sldMk cId="515877457" sldId="271"/>
            <ac:spMk id="9" creationId="{E383CC5D-71E8-4CB2-8E4A-F1E4FF6DC9D6}"/>
          </ac:spMkLst>
        </pc:spChg>
        <pc:spChg chg="add">
          <ac:chgData name="Jeremy Chapman (MECHANICS AND DEPLOYMENT)" userId="S::jchapman@microsoft.com::4bc43bf4-7905-4d6f-9008-356c9f215a59" providerId="AD" clId="Web-{3EBA7E0F-4210-8804-2141-B85DCFF08912}" dt="2024-10-30T16:55:25.034" v="1" actId="34807"/>
          <ac:spMkLst>
            <pc:docMk/>
            <pc:sldMk cId="515877457" sldId="271"/>
            <ac:spMk id="11" creationId="{E2DA5AC1-43C5-4243-9028-07DBB80D0C95}"/>
          </ac:spMkLst>
        </pc:spChg>
        <pc:spChg chg="add">
          <ac:chgData name="Jeremy Chapman (MECHANICS AND DEPLOYMENT)" userId="S::jchapman@microsoft.com::4bc43bf4-7905-4d6f-9008-356c9f215a59" providerId="AD" clId="Web-{3EBA7E0F-4210-8804-2141-B85DCFF08912}" dt="2024-10-30T16:55:25.034" v="1" actId="34807"/>
          <ac:spMkLst>
            <pc:docMk/>
            <pc:sldMk cId="515877457" sldId="271"/>
            <ac:spMk id="13" creationId="{8A4EDA1C-27A1-4C83-ACE4-6675EC9245B1}"/>
          </ac:spMkLst>
        </pc:spChg>
        <pc:spChg chg="add">
          <ac:chgData name="Jeremy Chapman (MECHANICS AND DEPLOYMENT)" userId="S::jchapman@microsoft.com::4bc43bf4-7905-4d6f-9008-356c9f215a59" providerId="AD" clId="Web-{3EBA7E0F-4210-8804-2141-B85DCFF08912}" dt="2024-10-30T16:55:25.034" v="1" actId="34807"/>
          <ac:spMkLst>
            <pc:docMk/>
            <pc:sldMk cId="515877457" sldId="271"/>
            <ac:spMk id="15" creationId="{1C2185E4-B584-4B9D-9440-DEA0FB9D94DF}"/>
          </ac:spMkLst>
        </pc:spChg>
        <pc:spChg chg="add">
          <ac:chgData name="Jeremy Chapman (MECHANICS AND DEPLOYMENT)" userId="S::jchapman@microsoft.com::4bc43bf4-7905-4d6f-9008-356c9f215a59" providerId="AD" clId="Web-{3EBA7E0F-4210-8804-2141-B85DCFF08912}" dt="2024-10-30T16:55:25.034" v="1" actId="34807"/>
          <ac:spMkLst>
            <pc:docMk/>
            <pc:sldMk cId="515877457" sldId="271"/>
            <ac:spMk id="17" creationId="{FF33EC8A-EE0A-4395-97E2-DAD467CF734C}"/>
          </ac:spMkLst>
        </pc:spChg>
        <pc:spChg chg="add">
          <ac:chgData name="Jeremy Chapman (MECHANICS AND DEPLOYMENT)" userId="S::jchapman@microsoft.com::4bc43bf4-7905-4d6f-9008-356c9f215a59" providerId="AD" clId="Web-{3EBA7E0F-4210-8804-2141-B85DCFF08912}" dt="2024-10-30T16:55:25.034" v="1" actId="34807"/>
          <ac:spMkLst>
            <pc:docMk/>
            <pc:sldMk cId="515877457" sldId="271"/>
            <ac:spMk id="19" creationId="{FF85DA95-16A4-404E-9BFF-27F8E4FC78AA}"/>
          </ac:spMkLst>
        </pc:spChg>
        <pc:graphicFrameChg chg="add mod">
          <ac:chgData name="Jeremy Chapman (MECHANICS AND DEPLOYMENT)" userId="S::jchapman@microsoft.com::4bc43bf4-7905-4d6f-9008-356c9f215a59" providerId="AD" clId="Web-{3EBA7E0F-4210-8804-2141-B85DCFF08912}" dt="2024-10-30T16:55:25.034" v="1" actId="34807"/>
          <ac:graphicFrameMkLst>
            <pc:docMk/>
            <pc:sldMk cId="515877457" sldId="271"/>
            <ac:graphicFrameMk id="5" creationId="{CDAF3FD1-22BA-4279-CC61-1DEF37FFA408}"/>
          </ac:graphicFrameMkLst>
        </pc:graphicFrame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902822386" sldId="272"/>
        </pc:sldMkLst>
        <pc:spChg chg="mod ord">
          <ac:chgData name="Jeremy Chapman (MECHANICS AND DEPLOYMENT)" userId="S::jchapman@microsoft.com::4bc43bf4-7905-4d6f-9008-356c9f215a59" providerId="AD" clId="Web-{3EBA7E0F-4210-8804-2141-B85DCFF08912}" dt="2024-10-30T16:55:25.034" v="1" actId="34807"/>
          <ac:spMkLst>
            <pc:docMk/>
            <pc:sldMk cId="2902822386" sldId="272"/>
            <ac:spMk id="2" creationId="{48BF288C-C354-8EB1-F6A5-A7050CF42FA6}"/>
          </ac:spMkLst>
        </pc:spChg>
        <pc:spChg chg="mod">
          <ac:chgData name="Jeremy Chapman (MECHANICS AND DEPLOYMENT)" userId="S::jchapman@microsoft.com::4bc43bf4-7905-4d6f-9008-356c9f215a59" providerId="AD" clId="Web-{3EBA7E0F-4210-8804-2141-B85DCFF08912}" dt="2024-10-30T16:55:25.034" v="1" actId="34807"/>
          <ac:spMkLst>
            <pc:docMk/>
            <pc:sldMk cId="2902822386" sldId="272"/>
            <ac:spMk id="4" creationId="{2860B167-3E89-69FF-E60F-843FB1DAE191}"/>
          </ac:spMkLst>
        </pc:spChg>
        <pc:spChg chg="add">
          <ac:chgData name="Jeremy Chapman (MECHANICS AND DEPLOYMENT)" userId="S::jchapman@microsoft.com::4bc43bf4-7905-4d6f-9008-356c9f215a59" providerId="AD" clId="Web-{3EBA7E0F-4210-8804-2141-B85DCFF08912}" dt="2024-10-30T16:55:25.034" v="1" actId="34807"/>
          <ac:spMkLst>
            <pc:docMk/>
            <pc:sldMk cId="2902822386" sldId="272"/>
            <ac:spMk id="10"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2902822386" sldId="272"/>
            <ac:spMk id="12"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2902822386" sldId="272"/>
            <ac:spMk id="14" creationId="{6ACA6F80-D392-A64E-3CF8-F28F1CCEE67B}"/>
          </ac:spMkLst>
        </pc:spChg>
        <pc:spChg chg="add">
          <ac:chgData name="Jeremy Chapman (MECHANICS AND DEPLOYMENT)" userId="S::jchapman@microsoft.com::4bc43bf4-7905-4d6f-9008-356c9f215a59" providerId="AD" clId="Web-{3EBA7E0F-4210-8804-2141-B85DCFF08912}" dt="2024-10-30T16:55:25.034" v="1" actId="34807"/>
          <ac:spMkLst>
            <pc:docMk/>
            <pc:sldMk cId="2902822386" sldId="272"/>
            <ac:spMk id="16" creationId="{81097DDE-1D45-40A7-9F85-72AD9472A02D}"/>
          </ac:spMkLst>
        </pc:spChg>
        <pc:spChg chg="add">
          <ac:chgData name="Jeremy Chapman (MECHANICS AND DEPLOYMENT)" userId="S::jchapman@microsoft.com::4bc43bf4-7905-4d6f-9008-356c9f215a59" providerId="AD" clId="Web-{3EBA7E0F-4210-8804-2141-B85DCFF08912}" dt="2024-10-30T16:55:25.034" v="1" actId="34807"/>
          <ac:spMkLst>
            <pc:docMk/>
            <pc:sldMk cId="2902822386" sldId="272"/>
            <ac:spMk id="18" creationId="{415C4FE2-5362-FB30-4461-17307BE10C9C}"/>
          </ac:spMkLst>
        </pc:spChg>
        <pc:picChg chg="mod">
          <ac:chgData name="Jeremy Chapman (MECHANICS AND DEPLOYMENT)" userId="S::jchapman@microsoft.com::4bc43bf4-7905-4d6f-9008-356c9f215a59" providerId="AD" clId="Web-{3EBA7E0F-4210-8804-2141-B85DCFF08912}" dt="2024-10-30T16:55:25.034" v="1" actId="34807"/>
          <ac:picMkLst>
            <pc:docMk/>
            <pc:sldMk cId="2902822386" sldId="272"/>
            <ac:picMk id="5" creationId="{59DF9DA2-5AC5-49B2-9E01-04F4047D1634}"/>
          </ac:picMkLst>
        </pc:pic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3763020967" sldId="273"/>
        </pc:sldMkLst>
        <pc:spChg chg="mod">
          <ac:chgData name="Jeremy Chapman (MECHANICS AND DEPLOYMENT)" userId="S::jchapman@microsoft.com::4bc43bf4-7905-4d6f-9008-356c9f215a59" providerId="AD" clId="Web-{3EBA7E0F-4210-8804-2141-B85DCFF08912}" dt="2024-10-30T16:55:25.034" v="1" actId="34807"/>
          <ac:spMkLst>
            <pc:docMk/>
            <pc:sldMk cId="3763020967" sldId="273"/>
            <ac:spMk id="2" creationId="{ACA27B88-AE83-E4E2-C7CE-8A511503D8C9}"/>
          </ac:spMkLst>
        </pc:spChg>
        <pc:spChg chg="mod">
          <ac:chgData name="Jeremy Chapman (MECHANICS AND DEPLOYMENT)" userId="S::jchapman@microsoft.com::4bc43bf4-7905-4d6f-9008-356c9f215a59" providerId="AD" clId="Web-{3EBA7E0F-4210-8804-2141-B85DCFF08912}" dt="2024-10-30T16:55:25.034" v="1" actId="34807"/>
          <ac:spMkLst>
            <pc:docMk/>
            <pc:sldMk cId="3763020967" sldId="273"/>
            <ac:spMk id="3" creationId="{73880F73-1EAD-0378-DC43-84DD31A4C74C}"/>
          </ac:spMkLst>
        </pc:spChg>
        <pc:spChg chg="add">
          <ac:chgData name="Jeremy Chapman (MECHANICS AND DEPLOYMENT)" userId="S::jchapman@microsoft.com::4bc43bf4-7905-4d6f-9008-356c9f215a59" providerId="AD" clId="Web-{3EBA7E0F-4210-8804-2141-B85DCFF08912}" dt="2024-10-30T16:55:25.034" v="1" actId="34807"/>
          <ac:spMkLst>
            <pc:docMk/>
            <pc:sldMk cId="3763020967" sldId="273"/>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3763020967" sldId="273"/>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3763020967" sldId="273"/>
            <ac:spMk id="12" creationId="{726D76E8-086A-40F9-B995-AEFD77D9C089}"/>
          </ac:spMkLst>
        </pc:sp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1088403482" sldId="274"/>
        </pc:sldMkLst>
        <pc:spChg chg="mod">
          <ac:chgData name="Jeremy Chapman (MECHANICS AND DEPLOYMENT)" userId="S::jchapman@microsoft.com::4bc43bf4-7905-4d6f-9008-356c9f215a59" providerId="AD" clId="Web-{3EBA7E0F-4210-8804-2141-B85DCFF08912}" dt="2024-10-30T16:55:25.034" v="1" actId="34807"/>
          <ac:spMkLst>
            <pc:docMk/>
            <pc:sldMk cId="1088403482" sldId="274"/>
            <ac:spMk id="2" creationId="{4EB2FEE1-B0DE-D566-60A1-9239DDB320B8}"/>
          </ac:spMkLst>
        </pc:spChg>
        <pc:spChg chg="mod">
          <ac:chgData name="Jeremy Chapman (MECHANICS AND DEPLOYMENT)" userId="S::jchapman@microsoft.com::4bc43bf4-7905-4d6f-9008-356c9f215a59" providerId="AD" clId="Web-{3EBA7E0F-4210-8804-2141-B85DCFF08912}" dt="2024-10-30T16:55:25.034" v="1" actId="34807"/>
          <ac:spMkLst>
            <pc:docMk/>
            <pc:sldMk cId="1088403482" sldId="274"/>
            <ac:spMk id="4" creationId="{215F48BA-4251-0880-5F01-08C12F8225AF}"/>
          </ac:spMkLst>
        </pc:spChg>
        <pc:spChg chg="add">
          <ac:chgData name="Jeremy Chapman (MECHANICS AND DEPLOYMENT)" userId="S::jchapman@microsoft.com::4bc43bf4-7905-4d6f-9008-356c9f215a59" providerId="AD" clId="Web-{3EBA7E0F-4210-8804-2141-B85DCFF08912}" dt="2024-10-30T16:55:25.034" v="1" actId="34807"/>
          <ac:spMkLst>
            <pc:docMk/>
            <pc:sldMk cId="1088403482" sldId="274"/>
            <ac:spMk id="11"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1088403482" sldId="274"/>
            <ac:spMk id="13"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1088403482" sldId="274"/>
            <ac:spMk id="15" creationId="{45E4AB72-1C42-427F-801C-32A12FD694C5}"/>
          </ac:spMkLst>
        </pc:spChg>
        <pc:spChg chg="add">
          <ac:chgData name="Jeremy Chapman (MECHANICS AND DEPLOYMENT)" userId="S::jchapman@microsoft.com::4bc43bf4-7905-4d6f-9008-356c9f215a59" providerId="AD" clId="Web-{3EBA7E0F-4210-8804-2141-B85DCFF08912}" dt="2024-10-30T16:55:25.034" v="1" actId="34807"/>
          <ac:spMkLst>
            <pc:docMk/>
            <pc:sldMk cId="1088403482" sldId="274"/>
            <ac:spMk id="17" creationId="{4CC257D2-6895-4677-996F-1A5FBB7F7194}"/>
          </ac:spMkLst>
        </pc:spChg>
        <pc:spChg chg="add">
          <ac:chgData name="Jeremy Chapman (MECHANICS AND DEPLOYMENT)" userId="S::jchapman@microsoft.com::4bc43bf4-7905-4d6f-9008-356c9f215a59" providerId="AD" clId="Web-{3EBA7E0F-4210-8804-2141-B85DCFF08912}" dt="2024-10-30T16:55:25.034" v="1" actId="34807"/>
          <ac:spMkLst>
            <pc:docMk/>
            <pc:sldMk cId="1088403482" sldId="274"/>
            <ac:spMk id="19" creationId="{4328FF51-22A9-49F6-8C79-1FFC470CA426}"/>
          </ac:spMkLst>
        </pc:spChg>
        <pc:graphicFrameChg chg="mod ord modGraphic">
          <ac:chgData name="Jeremy Chapman (MECHANICS AND DEPLOYMENT)" userId="S::jchapman@microsoft.com::4bc43bf4-7905-4d6f-9008-356c9f215a59" providerId="AD" clId="Web-{3EBA7E0F-4210-8804-2141-B85DCFF08912}" dt="2024-10-30T16:55:25.034" v="1" actId="34807"/>
          <ac:graphicFrameMkLst>
            <pc:docMk/>
            <pc:sldMk cId="1088403482" sldId="274"/>
            <ac:graphicFrameMk id="6" creationId="{71DD8EB5-AB42-4431-9FB1-B8DD5394931F}"/>
          </ac:graphicFrameMkLst>
        </pc:graphicFrame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95350114" sldId="275"/>
        </pc:sldMkLst>
        <pc:spChg chg="mod">
          <ac:chgData name="Jeremy Chapman (MECHANICS AND DEPLOYMENT)" userId="S::jchapman@microsoft.com::4bc43bf4-7905-4d6f-9008-356c9f215a59" providerId="AD" clId="Web-{3EBA7E0F-4210-8804-2141-B85DCFF08912}" dt="2024-10-30T16:55:25.034" v="1" actId="34807"/>
          <ac:spMkLst>
            <pc:docMk/>
            <pc:sldMk cId="295350114" sldId="275"/>
            <ac:spMk id="2" creationId="{E45EFD66-60F0-DE7A-9B04-4B85CD6FDB02}"/>
          </ac:spMkLst>
        </pc:spChg>
        <pc:spChg chg="add">
          <ac:chgData name="Jeremy Chapman (MECHANICS AND DEPLOYMENT)" userId="S::jchapman@microsoft.com::4bc43bf4-7905-4d6f-9008-356c9f215a59" providerId="AD" clId="Web-{3EBA7E0F-4210-8804-2141-B85DCFF08912}" dt="2024-10-30T16:55:25.034" v="1" actId="34807"/>
          <ac:spMkLst>
            <pc:docMk/>
            <pc:sldMk cId="295350114" sldId="275"/>
            <ac:spMk id="10" creationId="{E383CC5D-71E8-4CB2-8E4A-F1E4FF6DC9D6}"/>
          </ac:spMkLst>
        </pc:spChg>
        <pc:spChg chg="add">
          <ac:chgData name="Jeremy Chapman (MECHANICS AND DEPLOYMENT)" userId="S::jchapman@microsoft.com::4bc43bf4-7905-4d6f-9008-356c9f215a59" providerId="AD" clId="Web-{3EBA7E0F-4210-8804-2141-B85DCFF08912}" dt="2024-10-30T16:55:25.034" v="1" actId="34807"/>
          <ac:spMkLst>
            <pc:docMk/>
            <pc:sldMk cId="295350114" sldId="275"/>
            <ac:spMk id="12" creationId="{E2DA5AC1-43C5-4243-9028-07DBB80D0C95}"/>
          </ac:spMkLst>
        </pc:spChg>
        <pc:spChg chg="add">
          <ac:chgData name="Jeremy Chapman (MECHANICS AND DEPLOYMENT)" userId="S::jchapman@microsoft.com::4bc43bf4-7905-4d6f-9008-356c9f215a59" providerId="AD" clId="Web-{3EBA7E0F-4210-8804-2141-B85DCFF08912}" dt="2024-10-30T16:55:25.034" v="1" actId="34807"/>
          <ac:spMkLst>
            <pc:docMk/>
            <pc:sldMk cId="295350114" sldId="275"/>
            <ac:spMk id="14" creationId="{8A4EDA1C-27A1-4C83-ACE4-6675EC9245B1}"/>
          </ac:spMkLst>
        </pc:spChg>
        <pc:spChg chg="add">
          <ac:chgData name="Jeremy Chapman (MECHANICS AND DEPLOYMENT)" userId="S::jchapman@microsoft.com::4bc43bf4-7905-4d6f-9008-356c9f215a59" providerId="AD" clId="Web-{3EBA7E0F-4210-8804-2141-B85DCFF08912}" dt="2024-10-30T16:55:25.034" v="1" actId="34807"/>
          <ac:spMkLst>
            <pc:docMk/>
            <pc:sldMk cId="295350114" sldId="275"/>
            <ac:spMk id="16" creationId="{1C2185E4-B584-4B9D-9440-DEA0FB9D94DF}"/>
          </ac:spMkLst>
        </pc:spChg>
        <pc:spChg chg="add">
          <ac:chgData name="Jeremy Chapman (MECHANICS AND DEPLOYMENT)" userId="S::jchapman@microsoft.com::4bc43bf4-7905-4d6f-9008-356c9f215a59" providerId="AD" clId="Web-{3EBA7E0F-4210-8804-2141-B85DCFF08912}" dt="2024-10-30T16:55:25.034" v="1" actId="34807"/>
          <ac:spMkLst>
            <pc:docMk/>
            <pc:sldMk cId="295350114" sldId="275"/>
            <ac:spMk id="18" creationId="{FF33EC8A-EE0A-4395-97E2-DAD467CF734C}"/>
          </ac:spMkLst>
        </pc:spChg>
        <pc:spChg chg="add">
          <ac:chgData name="Jeremy Chapman (MECHANICS AND DEPLOYMENT)" userId="S::jchapman@microsoft.com::4bc43bf4-7905-4d6f-9008-356c9f215a59" providerId="AD" clId="Web-{3EBA7E0F-4210-8804-2141-B85DCFF08912}" dt="2024-10-30T16:55:25.034" v="1" actId="34807"/>
          <ac:spMkLst>
            <pc:docMk/>
            <pc:sldMk cId="295350114" sldId="275"/>
            <ac:spMk id="20" creationId="{FF85DA95-16A4-404E-9BFF-27F8E4FC78AA}"/>
          </ac:spMkLst>
        </pc:spChg>
        <pc:graphicFrameChg chg="mod modGraphic">
          <ac:chgData name="Jeremy Chapman (MECHANICS AND DEPLOYMENT)" userId="S::jchapman@microsoft.com::4bc43bf4-7905-4d6f-9008-356c9f215a59" providerId="AD" clId="Web-{3EBA7E0F-4210-8804-2141-B85DCFF08912}" dt="2024-10-30T16:55:25.034" v="1" actId="34807"/>
          <ac:graphicFrameMkLst>
            <pc:docMk/>
            <pc:sldMk cId="295350114" sldId="275"/>
            <ac:graphicFrameMk id="5" creationId="{7A62F9DB-04E8-44B9-9A68-CB476BE345F4}"/>
          </ac:graphicFrameMkLst>
        </pc:graphicFrame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2593540503" sldId="276"/>
        </pc:sldMkLst>
        <pc:spChg chg="mod">
          <ac:chgData name="Jeremy Chapman (MECHANICS AND DEPLOYMENT)" userId="S::jchapman@microsoft.com::4bc43bf4-7905-4d6f-9008-356c9f215a59" providerId="AD" clId="Web-{3EBA7E0F-4210-8804-2141-B85DCFF08912}" dt="2024-10-30T16:55:25.034" v="1" actId="34807"/>
          <ac:spMkLst>
            <pc:docMk/>
            <pc:sldMk cId="2593540503" sldId="276"/>
            <ac:spMk id="2" creationId="{A7C59D82-8826-B962-D441-1717F83CAE8A}"/>
          </ac:spMkLst>
        </pc:spChg>
        <pc:spChg chg="mod">
          <ac:chgData name="Jeremy Chapman (MECHANICS AND DEPLOYMENT)" userId="S::jchapman@microsoft.com::4bc43bf4-7905-4d6f-9008-356c9f215a59" providerId="AD" clId="Web-{3EBA7E0F-4210-8804-2141-B85DCFF08912}" dt="2024-10-30T16:55:25.034" v="1" actId="34807"/>
          <ac:spMkLst>
            <pc:docMk/>
            <pc:sldMk cId="2593540503" sldId="276"/>
            <ac:spMk id="4" creationId="{9E3D42C7-21D0-99F5-354E-9F635A4065D6}"/>
          </ac:spMkLst>
        </pc:spChg>
        <pc:spChg chg="add">
          <ac:chgData name="Jeremy Chapman (MECHANICS AND DEPLOYMENT)" userId="S::jchapman@microsoft.com::4bc43bf4-7905-4d6f-9008-356c9f215a59" providerId="AD" clId="Web-{3EBA7E0F-4210-8804-2141-B85DCFF08912}" dt="2024-10-30T16:55:25.034" v="1" actId="34807"/>
          <ac:spMkLst>
            <pc:docMk/>
            <pc:sldMk cId="2593540503" sldId="276"/>
            <ac:spMk id="11" creationId="{BD4C0BBB-0042-4603-A226-6117F3FD5B3C}"/>
          </ac:spMkLst>
        </pc:spChg>
        <pc:spChg chg="add">
          <ac:chgData name="Jeremy Chapman (MECHANICS AND DEPLOYMENT)" userId="S::jchapman@microsoft.com::4bc43bf4-7905-4d6f-9008-356c9f215a59" providerId="AD" clId="Web-{3EBA7E0F-4210-8804-2141-B85DCFF08912}" dt="2024-10-30T16:55:25.034" v="1" actId="34807"/>
          <ac:spMkLst>
            <pc:docMk/>
            <pc:sldMk cId="2593540503" sldId="276"/>
            <ac:spMk id="13" creationId="{EC44F520-2598-460E-9F91-B02F60830CA2}"/>
          </ac:spMkLst>
        </pc:spChg>
        <pc:spChg chg="add">
          <ac:chgData name="Jeremy Chapman (MECHANICS AND DEPLOYMENT)" userId="S::jchapman@microsoft.com::4bc43bf4-7905-4d6f-9008-356c9f215a59" providerId="AD" clId="Web-{3EBA7E0F-4210-8804-2141-B85DCFF08912}" dt="2024-10-30T16:55:25.034" v="1" actId="34807"/>
          <ac:spMkLst>
            <pc:docMk/>
            <pc:sldMk cId="2593540503" sldId="276"/>
            <ac:spMk id="15" creationId="{45E4AB72-1C42-427F-801C-32A12FD694C5}"/>
          </ac:spMkLst>
        </pc:spChg>
        <pc:spChg chg="add">
          <ac:chgData name="Jeremy Chapman (MECHANICS AND DEPLOYMENT)" userId="S::jchapman@microsoft.com::4bc43bf4-7905-4d6f-9008-356c9f215a59" providerId="AD" clId="Web-{3EBA7E0F-4210-8804-2141-B85DCFF08912}" dt="2024-10-30T16:55:25.034" v="1" actId="34807"/>
          <ac:spMkLst>
            <pc:docMk/>
            <pc:sldMk cId="2593540503" sldId="276"/>
            <ac:spMk id="17" creationId="{4CC257D2-6895-4677-996F-1A5FBB7F7194}"/>
          </ac:spMkLst>
        </pc:spChg>
        <pc:spChg chg="add">
          <ac:chgData name="Jeremy Chapman (MECHANICS AND DEPLOYMENT)" userId="S::jchapman@microsoft.com::4bc43bf4-7905-4d6f-9008-356c9f215a59" providerId="AD" clId="Web-{3EBA7E0F-4210-8804-2141-B85DCFF08912}" dt="2024-10-30T16:55:25.034" v="1" actId="34807"/>
          <ac:spMkLst>
            <pc:docMk/>
            <pc:sldMk cId="2593540503" sldId="276"/>
            <ac:spMk id="19" creationId="{4328FF51-22A9-49F6-8C79-1FFC470CA426}"/>
          </ac:spMkLst>
        </pc:spChg>
        <pc:graphicFrameChg chg="mod ord modGraphic">
          <ac:chgData name="Jeremy Chapman (MECHANICS AND DEPLOYMENT)" userId="S::jchapman@microsoft.com::4bc43bf4-7905-4d6f-9008-356c9f215a59" providerId="AD" clId="Web-{3EBA7E0F-4210-8804-2141-B85DCFF08912}" dt="2024-10-30T16:55:25.034" v="1" actId="34807"/>
          <ac:graphicFrameMkLst>
            <pc:docMk/>
            <pc:sldMk cId="2593540503" sldId="276"/>
            <ac:graphicFrameMk id="6" creationId="{B1932BDD-65E2-46A0-89DA-5B1ADC960A97}"/>
          </ac:graphicFrameMkLst>
        </pc:graphicFrameChg>
      </pc:sldChg>
      <pc:sldChg chg="addSp modSp add mod setBg modClrScheme chgLayout">
        <pc:chgData name="Jeremy Chapman (MECHANICS AND DEPLOYMENT)" userId="S::jchapman@microsoft.com::4bc43bf4-7905-4d6f-9008-356c9f215a59" providerId="AD" clId="Web-{3EBA7E0F-4210-8804-2141-B85DCFF08912}" dt="2024-10-30T16:55:25.034" v="1" actId="34807"/>
        <pc:sldMkLst>
          <pc:docMk/>
          <pc:sldMk cId="4150651639" sldId="277"/>
        </pc:sldMkLst>
        <pc:spChg chg="mod">
          <ac:chgData name="Jeremy Chapman (MECHANICS AND DEPLOYMENT)" userId="S::jchapman@microsoft.com::4bc43bf4-7905-4d6f-9008-356c9f215a59" providerId="AD" clId="Web-{3EBA7E0F-4210-8804-2141-B85DCFF08912}" dt="2024-10-30T16:55:25.034" v="1" actId="34807"/>
          <ac:spMkLst>
            <pc:docMk/>
            <pc:sldMk cId="4150651639" sldId="277"/>
            <ac:spMk id="2" creationId="{BEC53767-B6EE-594D-74DE-F15103BFF3EE}"/>
          </ac:spMkLst>
        </pc:spChg>
        <pc:spChg chg="mod">
          <ac:chgData name="Jeremy Chapman (MECHANICS AND DEPLOYMENT)" userId="S::jchapman@microsoft.com::4bc43bf4-7905-4d6f-9008-356c9f215a59" providerId="AD" clId="Web-{3EBA7E0F-4210-8804-2141-B85DCFF08912}" dt="2024-10-30T16:55:25.034" v="1" actId="34807"/>
          <ac:spMkLst>
            <pc:docMk/>
            <pc:sldMk cId="4150651639" sldId="277"/>
            <ac:spMk id="3" creationId="{CAB9F3CF-C882-2CF0-CB63-45B6C0E921DF}"/>
          </ac:spMkLst>
        </pc:spChg>
        <pc:spChg chg="add">
          <ac:chgData name="Jeremy Chapman (MECHANICS AND DEPLOYMENT)" userId="S::jchapman@microsoft.com::4bc43bf4-7905-4d6f-9008-356c9f215a59" providerId="AD" clId="Web-{3EBA7E0F-4210-8804-2141-B85DCFF08912}" dt="2024-10-30T16:55:25.034" v="1" actId="34807"/>
          <ac:spMkLst>
            <pc:docMk/>
            <pc:sldMk cId="4150651639" sldId="277"/>
            <ac:spMk id="8" creationId="{B6B36A41-BF38-4C0A-BA59-CDCE04AE6C90}"/>
          </ac:spMkLst>
        </pc:spChg>
        <pc:spChg chg="add">
          <ac:chgData name="Jeremy Chapman (MECHANICS AND DEPLOYMENT)" userId="S::jchapman@microsoft.com::4bc43bf4-7905-4d6f-9008-356c9f215a59" providerId="AD" clId="Web-{3EBA7E0F-4210-8804-2141-B85DCFF08912}" dt="2024-10-30T16:55:25.034" v="1" actId="34807"/>
          <ac:spMkLst>
            <pc:docMk/>
            <pc:sldMk cId="4150651639" sldId="277"/>
            <ac:spMk id="10" creationId="{92D36A8B-01FD-4675-9D35-FA0CC50FDCF8}"/>
          </ac:spMkLst>
        </pc:spChg>
        <pc:spChg chg="add">
          <ac:chgData name="Jeremy Chapman (MECHANICS AND DEPLOYMENT)" userId="S::jchapman@microsoft.com::4bc43bf4-7905-4d6f-9008-356c9f215a59" providerId="AD" clId="Web-{3EBA7E0F-4210-8804-2141-B85DCFF08912}" dt="2024-10-30T16:55:25.034" v="1" actId="34807"/>
          <ac:spMkLst>
            <pc:docMk/>
            <pc:sldMk cId="4150651639" sldId="277"/>
            <ac:spMk id="12" creationId="{726D76E8-086A-40F9-B995-AEFD77D9C089}"/>
          </ac:spMkLst>
        </pc:spChg>
      </pc:sldChg>
      <pc:sldMasterChg chg="del delSldLayout">
        <pc:chgData name="Jeremy Chapman (MECHANICS AND DEPLOYMENT)" userId="S::jchapman@microsoft.com::4bc43bf4-7905-4d6f-9008-356c9f215a59" providerId="AD" clId="Web-{3EBA7E0F-4210-8804-2141-B85DCFF08912}" dt="2024-10-30T16:55:25.034" v="1" actId="34807"/>
        <pc:sldMasterMkLst>
          <pc:docMk/>
          <pc:sldMasterMk cId="2460954070" sldId="2147483660"/>
        </pc:sldMasterMkLst>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2385387890" sldId="2147483661"/>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949138452" sldId="2147483662"/>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2591524520" sldId="2147483663"/>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1203092039" sldId="2147483664"/>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3733172339" sldId="2147483665"/>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3210312558" sldId="2147483666"/>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3146388984" sldId="2147483667"/>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3171841454" sldId="2147483668"/>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1718958274" sldId="2147483669"/>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2202905451" sldId="2147483670"/>
          </pc:sldLayoutMkLst>
        </pc:sldLayoutChg>
        <pc:sldLayoutChg chg="del">
          <pc:chgData name="Jeremy Chapman (MECHANICS AND DEPLOYMENT)" userId="S::jchapman@microsoft.com::4bc43bf4-7905-4d6f-9008-356c9f215a59" providerId="AD" clId="Web-{3EBA7E0F-4210-8804-2141-B85DCFF08912}" dt="2024-10-30T16:55:25.034" v="1" actId="34807"/>
          <pc:sldLayoutMkLst>
            <pc:docMk/>
            <pc:sldMasterMk cId="2460954070" sldId="2147483660"/>
            <pc:sldLayoutMk cId="3479445657" sldId="2147483671"/>
          </pc:sldLayoutMkLst>
        </pc:sldLayoutChg>
      </pc:sldMasterChg>
      <pc:sldMasterChg chg="add addSldLayout">
        <pc:chgData name="Jeremy Chapman (MECHANICS AND DEPLOYMENT)" userId="S::jchapman@microsoft.com::4bc43bf4-7905-4d6f-9008-356c9f215a59" providerId="AD" clId="Web-{3EBA7E0F-4210-8804-2141-B85DCFF08912}" dt="2024-10-30T16:55:25.034" v="1" actId="34807"/>
        <pc:sldMasterMkLst>
          <pc:docMk/>
          <pc:sldMasterMk cId="679146499" sldId="2147483672"/>
        </pc:sldMasterMkLst>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553224329" sldId="2147483673"/>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3342592820" sldId="2147483674"/>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3003958850" sldId="2147483675"/>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3967980846" sldId="2147483676"/>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528708371" sldId="2147483677"/>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2332795049" sldId="2147483678"/>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1390584628" sldId="2147483679"/>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1262156739" sldId="2147483680"/>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3041645157" sldId="2147483681"/>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3730700396" sldId="2147483682"/>
          </pc:sldLayoutMkLst>
        </pc:sldLayoutChg>
        <pc:sldLayoutChg chg="add">
          <pc:chgData name="Jeremy Chapman (MECHANICS AND DEPLOYMENT)" userId="S::jchapman@microsoft.com::4bc43bf4-7905-4d6f-9008-356c9f215a59" providerId="AD" clId="Web-{3EBA7E0F-4210-8804-2141-B85DCFF08912}" dt="2024-10-30T16:55:25.034" v="1" actId="34807"/>
          <pc:sldLayoutMkLst>
            <pc:docMk/>
            <pc:sldMasterMk cId="679146499" sldId="2147483672"/>
            <pc:sldLayoutMk cId="4264529522" sldId="2147483683"/>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C20C1-C920-4478-A605-B6DE113AA102}" type="doc">
      <dgm:prSet loTypeId="urn:microsoft.com/office/officeart/2018/5/layout/CenteredIconLabelDescriptionList" loCatId="icon" qsTypeId="urn:microsoft.com/office/officeart/2005/8/quickstyle/simple1" qsCatId="simple" csTypeId="urn:microsoft.com/office/officeart/2005/8/colors/accent0_1" csCatId="mainScheme" phldr="1"/>
      <dgm:spPr/>
      <dgm:t>
        <a:bodyPr/>
        <a:lstStyle/>
        <a:p>
          <a:endParaRPr lang="en-US"/>
        </a:p>
      </dgm:t>
    </dgm:pt>
    <dgm:pt modelId="{0C62758E-1C16-472E-80E6-034518D44B90}">
      <dgm:prSet/>
      <dgm:spPr/>
      <dgm:t>
        <a:bodyPr/>
        <a:lstStyle/>
        <a:p>
          <a:pPr>
            <a:defRPr b="1"/>
          </a:pPr>
          <a:r>
            <a:rPr lang="en-US"/>
            <a:t>Monocrystalline Panels</a:t>
          </a:r>
        </a:p>
      </dgm:t>
    </dgm:pt>
    <dgm:pt modelId="{F3F6FED1-B574-4439-B329-7A22677FB218}" type="parTrans" cxnId="{E2D20F90-D5E0-4A9F-86B7-1BF554F409B8}">
      <dgm:prSet/>
      <dgm:spPr/>
      <dgm:t>
        <a:bodyPr/>
        <a:lstStyle/>
        <a:p>
          <a:endParaRPr lang="en-US"/>
        </a:p>
      </dgm:t>
    </dgm:pt>
    <dgm:pt modelId="{1C13C726-6B02-45F8-A3D3-F9680A3B4B61}" type="sibTrans" cxnId="{E2D20F90-D5E0-4A9F-86B7-1BF554F409B8}">
      <dgm:prSet/>
      <dgm:spPr/>
      <dgm:t>
        <a:bodyPr/>
        <a:lstStyle/>
        <a:p>
          <a:endParaRPr lang="en-US"/>
        </a:p>
      </dgm:t>
    </dgm:pt>
    <dgm:pt modelId="{FC1D5273-D006-4C78-87F1-22134F93F29D}">
      <dgm:prSet/>
      <dgm:spPr/>
      <dgm:t>
        <a:bodyPr/>
        <a:lstStyle/>
        <a:p>
          <a:r>
            <a:rPr lang="en-US"/>
            <a:t>Cost ranges from $20,800 to $39,000</a:t>
          </a:r>
        </a:p>
      </dgm:t>
    </dgm:pt>
    <dgm:pt modelId="{63A2C29B-BA28-4989-B179-C91A329FDB5C}" type="parTrans" cxnId="{FD506F9A-B8D4-450C-950F-231212139F91}">
      <dgm:prSet/>
      <dgm:spPr/>
      <dgm:t>
        <a:bodyPr/>
        <a:lstStyle/>
        <a:p>
          <a:endParaRPr lang="en-US"/>
        </a:p>
      </dgm:t>
    </dgm:pt>
    <dgm:pt modelId="{7F91732E-7AB5-4861-9FB7-2D26B20C0528}" type="sibTrans" cxnId="{FD506F9A-B8D4-450C-950F-231212139F91}">
      <dgm:prSet/>
      <dgm:spPr/>
      <dgm:t>
        <a:bodyPr/>
        <a:lstStyle/>
        <a:p>
          <a:endParaRPr lang="en-US"/>
        </a:p>
      </dgm:t>
    </dgm:pt>
    <dgm:pt modelId="{C16CCEB0-FE51-4256-88C8-3424B5359F70}">
      <dgm:prSet/>
      <dgm:spPr/>
      <dgm:t>
        <a:bodyPr/>
        <a:lstStyle/>
        <a:p>
          <a:r>
            <a:rPr lang="en-US"/>
            <a:t>Assumes a 26 kW system</a:t>
          </a:r>
        </a:p>
      </dgm:t>
    </dgm:pt>
    <dgm:pt modelId="{7D48F032-74D7-486C-A084-6BAC876F7BF0}" type="parTrans" cxnId="{5CED7AA9-BB25-4EE2-BA91-6FB22C85DFB5}">
      <dgm:prSet/>
      <dgm:spPr/>
      <dgm:t>
        <a:bodyPr/>
        <a:lstStyle/>
        <a:p>
          <a:endParaRPr lang="en-US"/>
        </a:p>
      </dgm:t>
    </dgm:pt>
    <dgm:pt modelId="{D76B2BD8-4263-4E7C-8D6F-62FC086D1F77}" type="sibTrans" cxnId="{5CED7AA9-BB25-4EE2-BA91-6FB22C85DFB5}">
      <dgm:prSet/>
      <dgm:spPr/>
      <dgm:t>
        <a:bodyPr/>
        <a:lstStyle/>
        <a:p>
          <a:endParaRPr lang="en-US"/>
        </a:p>
      </dgm:t>
    </dgm:pt>
    <dgm:pt modelId="{7233ED5D-5F26-4D47-A855-AEFBF17C4392}">
      <dgm:prSet/>
      <dgm:spPr/>
      <dgm:t>
        <a:bodyPr/>
        <a:lstStyle/>
        <a:p>
          <a:pPr>
            <a:defRPr b="1"/>
          </a:pPr>
          <a:r>
            <a:rPr lang="en-US"/>
            <a:t>Polycrystalline Panels</a:t>
          </a:r>
        </a:p>
      </dgm:t>
    </dgm:pt>
    <dgm:pt modelId="{852BF8C8-4EE3-44C5-82B0-E0206D107805}" type="parTrans" cxnId="{A6A27322-EC31-45AB-BB9A-90C6B22570D1}">
      <dgm:prSet/>
      <dgm:spPr/>
      <dgm:t>
        <a:bodyPr/>
        <a:lstStyle/>
        <a:p>
          <a:endParaRPr lang="en-US"/>
        </a:p>
      </dgm:t>
    </dgm:pt>
    <dgm:pt modelId="{AD6DF28C-5974-4D0F-A6A6-A7F70861FA72}" type="sibTrans" cxnId="{A6A27322-EC31-45AB-BB9A-90C6B22570D1}">
      <dgm:prSet/>
      <dgm:spPr/>
      <dgm:t>
        <a:bodyPr/>
        <a:lstStyle/>
        <a:p>
          <a:endParaRPr lang="en-US"/>
        </a:p>
      </dgm:t>
    </dgm:pt>
    <dgm:pt modelId="{021E2850-A546-4541-89D8-D2F801935D98}">
      <dgm:prSet/>
      <dgm:spPr/>
      <dgm:t>
        <a:bodyPr/>
        <a:lstStyle/>
        <a:p>
          <a:r>
            <a:rPr lang="en-US"/>
            <a:t>Cost ranges from $15,600 to $26,000</a:t>
          </a:r>
        </a:p>
      </dgm:t>
    </dgm:pt>
    <dgm:pt modelId="{2AE91490-8748-4517-B6D5-385388BA82F7}" type="parTrans" cxnId="{459CBCE8-A0DA-4002-8150-468534846CEC}">
      <dgm:prSet/>
      <dgm:spPr/>
      <dgm:t>
        <a:bodyPr/>
        <a:lstStyle/>
        <a:p>
          <a:endParaRPr lang="en-US"/>
        </a:p>
      </dgm:t>
    </dgm:pt>
    <dgm:pt modelId="{151A0C0A-1739-4D12-B2CE-69C6954A69E0}" type="sibTrans" cxnId="{459CBCE8-A0DA-4002-8150-468534846CEC}">
      <dgm:prSet/>
      <dgm:spPr/>
      <dgm:t>
        <a:bodyPr/>
        <a:lstStyle/>
        <a:p>
          <a:endParaRPr lang="en-US"/>
        </a:p>
      </dgm:t>
    </dgm:pt>
    <dgm:pt modelId="{A320F097-8E08-49E4-96D6-89DB50D9AC4E}">
      <dgm:prSet/>
      <dgm:spPr/>
      <dgm:t>
        <a:bodyPr/>
        <a:lstStyle/>
        <a:p>
          <a:r>
            <a:rPr lang="en-US"/>
            <a:t>Assumes a 26 kW system</a:t>
          </a:r>
        </a:p>
      </dgm:t>
    </dgm:pt>
    <dgm:pt modelId="{7661D5EF-980A-48F2-A3ED-9E980A1938C0}" type="parTrans" cxnId="{C9E19DA7-AC8E-4DA8-BE95-D85AE93D6A39}">
      <dgm:prSet/>
      <dgm:spPr/>
      <dgm:t>
        <a:bodyPr/>
        <a:lstStyle/>
        <a:p>
          <a:endParaRPr lang="en-US"/>
        </a:p>
      </dgm:t>
    </dgm:pt>
    <dgm:pt modelId="{C88A075B-9043-4CF0-994A-D2DFDBA184F8}" type="sibTrans" cxnId="{C9E19DA7-AC8E-4DA8-BE95-D85AE93D6A39}">
      <dgm:prSet/>
      <dgm:spPr/>
      <dgm:t>
        <a:bodyPr/>
        <a:lstStyle/>
        <a:p>
          <a:endParaRPr lang="en-US"/>
        </a:p>
      </dgm:t>
    </dgm:pt>
    <dgm:pt modelId="{3390C81A-AA0D-4831-905F-D0B6D94E2D4C}" type="pres">
      <dgm:prSet presAssocID="{F0DC20C1-C920-4478-A605-B6DE113AA102}" presName="root" presStyleCnt="0">
        <dgm:presLayoutVars>
          <dgm:dir/>
          <dgm:resizeHandles val="exact"/>
        </dgm:presLayoutVars>
      </dgm:prSet>
      <dgm:spPr/>
    </dgm:pt>
    <dgm:pt modelId="{E37CC842-CA1B-4A6D-B660-28F0B823C0A2}" type="pres">
      <dgm:prSet presAssocID="{0C62758E-1C16-472E-80E6-034518D44B90}" presName="compNode" presStyleCnt="0"/>
      <dgm:spPr/>
    </dgm:pt>
    <dgm:pt modelId="{863F9CDF-4EDF-4F8D-86E1-B6B0C7DB60DB}" type="pres">
      <dgm:prSet presAssocID="{0C62758E-1C16-472E-80E6-034518D44B9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3C47C224-8B7B-4822-AEED-419547EA718B}" type="pres">
      <dgm:prSet presAssocID="{0C62758E-1C16-472E-80E6-034518D44B90}" presName="iconSpace" presStyleCnt="0"/>
      <dgm:spPr/>
    </dgm:pt>
    <dgm:pt modelId="{028D1533-E9D7-40A4-A8D6-3457BFBAEEF7}" type="pres">
      <dgm:prSet presAssocID="{0C62758E-1C16-472E-80E6-034518D44B90}" presName="parTx" presStyleLbl="revTx" presStyleIdx="0" presStyleCnt="4">
        <dgm:presLayoutVars>
          <dgm:chMax val="0"/>
          <dgm:chPref val="0"/>
        </dgm:presLayoutVars>
      </dgm:prSet>
      <dgm:spPr/>
    </dgm:pt>
    <dgm:pt modelId="{D17AA297-7507-427B-AC25-7B2EFDB63F95}" type="pres">
      <dgm:prSet presAssocID="{0C62758E-1C16-472E-80E6-034518D44B90}" presName="txSpace" presStyleCnt="0"/>
      <dgm:spPr/>
    </dgm:pt>
    <dgm:pt modelId="{E0B5939B-780D-4EDE-916C-7E46F2A946F9}" type="pres">
      <dgm:prSet presAssocID="{0C62758E-1C16-472E-80E6-034518D44B90}" presName="desTx" presStyleLbl="revTx" presStyleIdx="1" presStyleCnt="4">
        <dgm:presLayoutVars/>
      </dgm:prSet>
      <dgm:spPr/>
    </dgm:pt>
    <dgm:pt modelId="{19A43598-6BD3-45FD-8496-5A1480B1C468}" type="pres">
      <dgm:prSet presAssocID="{1C13C726-6B02-45F8-A3D3-F9680A3B4B61}" presName="sibTrans" presStyleCnt="0"/>
      <dgm:spPr/>
    </dgm:pt>
    <dgm:pt modelId="{74D55698-0B92-434E-956A-39D21B496501}" type="pres">
      <dgm:prSet presAssocID="{7233ED5D-5F26-4D47-A855-AEFBF17C4392}" presName="compNode" presStyleCnt="0"/>
      <dgm:spPr/>
    </dgm:pt>
    <dgm:pt modelId="{02924B93-F1F1-4FD1-A500-D68FA4C2595F}" type="pres">
      <dgm:prSet presAssocID="{7233ED5D-5F26-4D47-A855-AEFBF17C439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8B3DAFC0-B7A5-47A9-AE01-0A97B0659D91}" type="pres">
      <dgm:prSet presAssocID="{7233ED5D-5F26-4D47-A855-AEFBF17C4392}" presName="iconSpace" presStyleCnt="0"/>
      <dgm:spPr/>
    </dgm:pt>
    <dgm:pt modelId="{41B5650A-37D8-47B0-A942-299A315396F0}" type="pres">
      <dgm:prSet presAssocID="{7233ED5D-5F26-4D47-A855-AEFBF17C4392}" presName="parTx" presStyleLbl="revTx" presStyleIdx="2" presStyleCnt="4">
        <dgm:presLayoutVars>
          <dgm:chMax val="0"/>
          <dgm:chPref val="0"/>
        </dgm:presLayoutVars>
      </dgm:prSet>
      <dgm:spPr/>
    </dgm:pt>
    <dgm:pt modelId="{E7472788-159F-4612-B350-0EB650DF188C}" type="pres">
      <dgm:prSet presAssocID="{7233ED5D-5F26-4D47-A855-AEFBF17C4392}" presName="txSpace" presStyleCnt="0"/>
      <dgm:spPr/>
    </dgm:pt>
    <dgm:pt modelId="{57F93B01-1CDF-47B9-944E-45726CC1C90B}" type="pres">
      <dgm:prSet presAssocID="{7233ED5D-5F26-4D47-A855-AEFBF17C4392}" presName="desTx" presStyleLbl="revTx" presStyleIdx="3" presStyleCnt="4">
        <dgm:presLayoutVars/>
      </dgm:prSet>
      <dgm:spPr/>
    </dgm:pt>
  </dgm:ptLst>
  <dgm:cxnLst>
    <dgm:cxn modelId="{BB297E21-3B6B-4A58-AB30-C04EA01DCEC6}" type="presOf" srcId="{F0DC20C1-C920-4478-A605-B6DE113AA102}" destId="{3390C81A-AA0D-4831-905F-D0B6D94E2D4C}" srcOrd="0" destOrd="0" presId="urn:microsoft.com/office/officeart/2018/5/layout/CenteredIconLabelDescriptionList"/>
    <dgm:cxn modelId="{A6A27322-EC31-45AB-BB9A-90C6B22570D1}" srcId="{F0DC20C1-C920-4478-A605-B6DE113AA102}" destId="{7233ED5D-5F26-4D47-A855-AEFBF17C4392}" srcOrd="1" destOrd="0" parTransId="{852BF8C8-4EE3-44C5-82B0-E0206D107805}" sibTransId="{AD6DF28C-5974-4D0F-A6A6-A7F70861FA72}"/>
    <dgm:cxn modelId="{AE0D2E73-989A-42D1-BE06-81A6F7EEC777}" type="presOf" srcId="{7233ED5D-5F26-4D47-A855-AEFBF17C4392}" destId="{41B5650A-37D8-47B0-A942-299A315396F0}" srcOrd="0" destOrd="0" presId="urn:microsoft.com/office/officeart/2018/5/layout/CenteredIconLabelDescriptionList"/>
    <dgm:cxn modelId="{D6E3188D-BAD4-4D88-ACB1-9884B348973F}" type="presOf" srcId="{0C62758E-1C16-472E-80E6-034518D44B90}" destId="{028D1533-E9D7-40A4-A8D6-3457BFBAEEF7}" srcOrd="0" destOrd="0" presId="urn:microsoft.com/office/officeart/2018/5/layout/CenteredIconLabelDescriptionList"/>
    <dgm:cxn modelId="{E2D20F90-D5E0-4A9F-86B7-1BF554F409B8}" srcId="{F0DC20C1-C920-4478-A605-B6DE113AA102}" destId="{0C62758E-1C16-472E-80E6-034518D44B90}" srcOrd="0" destOrd="0" parTransId="{F3F6FED1-B574-4439-B329-7A22677FB218}" sibTransId="{1C13C726-6B02-45F8-A3D3-F9680A3B4B61}"/>
    <dgm:cxn modelId="{FD506F9A-B8D4-450C-950F-231212139F91}" srcId="{0C62758E-1C16-472E-80E6-034518D44B90}" destId="{FC1D5273-D006-4C78-87F1-22134F93F29D}" srcOrd="0" destOrd="0" parTransId="{63A2C29B-BA28-4989-B179-C91A329FDB5C}" sibTransId="{7F91732E-7AB5-4861-9FB7-2D26B20C0528}"/>
    <dgm:cxn modelId="{1EB928A7-9252-4401-9A29-C5BC75A6CE49}" type="presOf" srcId="{FC1D5273-D006-4C78-87F1-22134F93F29D}" destId="{E0B5939B-780D-4EDE-916C-7E46F2A946F9}" srcOrd="0" destOrd="0" presId="urn:microsoft.com/office/officeart/2018/5/layout/CenteredIconLabelDescriptionList"/>
    <dgm:cxn modelId="{C9E19DA7-AC8E-4DA8-BE95-D85AE93D6A39}" srcId="{7233ED5D-5F26-4D47-A855-AEFBF17C4392}" destId="{A320F097-8E08-49E4-96D6-89DB50D9AC4E}" srcOrd="1" destOrd="0" parTransId="{7661D5EF-980A-48F2-A3ED-9E980A1938C0}" sibTransId="{C88A075B-9043-4CF0-994A-D2DFDBA184F8}"/>
    <dgm:cxn modelId="{6850E8A7-C253-4136-8A03-923D02117208}" type="presOf" srcId="{C16CCEB0-FE51-4256-88C8-3424B5359F70}" destId="{E0B5939B-780D-4EDE-916C-7E46F2A946F9}" srcOrd="0" destOrd="1" presId="urn:microsoft.com/office/officeart/2018/5/layout/CenteredIconLabelDescriptionList"/>
    <dgm:cxn modelId="{5CED7AA9-BB25-4EE2-BA91-6FB22C85DFB5}" srcId="{0C62758E-1C16-472E-80E6-034518D44B90}" destId="{C16CCEB0-FE51-4256-88C8-3424B5359F70}" srcOrd="1" destOrd="0" parTransId="{7D48F032-74D7-486C-A084-6BAC876F7BF0}" sibTransId="{D76B2BD8-4263-4E7C-8D6F-62FC086D1F77}"/>
    <dgm:cxn modelId="{195649B1-7938-4163-A104-D142AD3C2E0B}" type="presOf" srcId="{021E2850-A546-4541-89D8-D2F801935D98}" destId="{57F93B01-1CDF-47B9-944E-45726CC1C90B}" srcOrd="0" destOrd="0" presId="urn:microsoft.com/office/officeart/2018/5/layout/CenteredIconLabelDescriptionList"/>
    <dgm:cxn modelId="{459CBCE8-A0DA-4002-8150-468534846CEC}" srcId="{7233ED5D-5F26-4D47-A855-AEFBF17C4392}" destId="{021E2850-A546-4541-89D8-D2F801935D98}" srcOrd="0" destOrd="0" parTransId="{2AE91490-8748-4517-B6D5-385388BA82F7}" sibTransId="{151A0C0A-1739-4D12-B2CE-69C6954A69E0}"/>
    <dgm:cxn modelId="{A2441CED-678E-4F34-ABCD-C9775338C01B}" type="presOf" srcId="{A320F097-8E08-49E4-96D6-89DB50D9AC4E}" destId="{57F93B01-1CDF-47B9-944E-45726CC1C90B}" srcOrd="0" destOrd="1" presId="urn:microsoft.com/office/officeart/2018/5/layout/CenteredIconLabelDescriptionList"/>
    <dgm:cxn modelId="{54D7FEDF-970F-4175-947C-4DDA21E97699}" type="presParOf" srcId="{3390C81A-AA0D-4831-905F-D0B6D94E2D4C}" destId="{E37CC842-CA1B-4A6D-B660-28F0B823C0A2}" srcOrd="0" destOrd="0" presId="urn:microsoft.com/office/officeart/2018/5/layout/CenteredIconLabelDescriptionList"/>
    <dgm:cxn modelId="{4B5B9167-CABE-41B0-86E4-05853A347479}" type="presParOf" srcId="{E37CC842-CA1B-4A6D-B660-28F0B823C0A2}" destId="{863F9CDF-4EDF-4F8D-86E1-B6B0C7DB60DB}" srcOrd="0" destOrd="0" presId="urn:microsoft.com/office/officeart/2018/5/layout/CenteredIconLabelDescriptionList"/>
    <dgm:cxn modelId="{F2C6311A-DC58-404F-A909-FA316D636C27}" type="presParOf" srcId="{E37CC842-CA1B-4A6D-B660-28F0B823C0A2}" destId="{3C47C224-8B7B-4822-AEED-419547EA718B}" srcOrd="1" destOrd="0" presId="urn:microsoft.com/office/officeart/2018/5/layout/CenteredIconLabelDescriptionList"/>
    <dgm:cxn modelId="{52EDF35A-EBAB-4438-A4A3-69A5C593E348}" type="presParOf" srcId="{E37CC842-CA1B-4A6D-B660-28F0B823C0A2}" destId="{028D1533-E9D7-40A4-A8D6-3457BFBAEEF7}" srcOrd="2" destOrd="0" presId="urn:microsoft.com/office/officeart/2018/5/layout/CenteredIconLabelDescriptionList"/>
    <dgm:cxn modelId="{23C5C3B9-9C96-49B4-B8CE-F4BD67DEA8AD}" type="presParOf" srcId="{E37CC842-CA1B-4A6D-B660-28F0B823C0A2}" destId="{D17AA297-7507-427B-AC25-7B2EFDB63F95}" srcOrd="3" destOrd="0" presId="urn:microsoft.com/office/officeart/2018/5/layout/CenteredIconLabelDescriptionList"/>
    <dgm:cxn modelId="{13D73700-15C7-4995-B584-956B837A6E24}" type="presParOf" srcId="{E37CC842-CA1B-4A6D-B660-28F0B823C0A2}" destId="{E0B5939B-780D-4EDE-916C-7E46F2A946F9}" srcOrd="4" destOrd="0" presId="urn:microsoft.com/office/officeart/2018/5/layout/CenteredIconLabelDescriptionList"/>
    <dgm:cxn modelId="{53ED2B0E-51E7-4100-A23B-46E0ECF59B1C}" type="presParOf" srcId="{3390C81A-AA0D-4831-905F-D0B6D94E2D4C}" destId="{19A43598-6BD3-45FD-8496-5A1480B1C468}" srcOrd="1" destOrd="0" presId="urn:microsoft.com/office/officeart/2018/5/layout/CenteredIconLabelDescriptionList"/>
    <dgm:cxn modelId="{23FD582E-795D-4F46-A942-068DBCD75CD0}" type="presParOf" srcId="{3390C81A-AA0D-4831-905F-D0B6D94E2D4C}" destId="{74D55698-0B92-434E-956A-39D21B496501}" srcOrd="2" destOrd="0" presId="urn:microsoft.com/office/officeart/2018/5/layout/CenteredIconLabelDescriptionList"/>
    <dgm:cxn modelId="{8463833A-3FDD-4231-B71A-1972D678F4BF}" type="presParOf" srcId="{74D55698-0B92-434E-956A-39D21B496501}" destId="{02924B93-F1F1-4FD1-A500-D68FA4C2595F}" srcOrd="0" destOrd="0" presId="urn:microsoft.com/office/officeart/2018/5/layout/CenteredIconLabelDescriptionList"/>
    <dgm:cxn modelId="{77FE5633-9493-41B9-9E72-E9768151E9D4}" type="presParOf" srcId="{74D55698-0B92-434E-956A-39D21B496501}" destId="{8B3DAFC0-B7A5-47A9-AE01-0A97B0659D91}" srcOrd="1" destOrd="0" presId="urn:microsoft.com/office/officeart/2018/5/layout/CenteredIconLabelDescriptionList"/>
    <dgm:cxn modelId="{632B4F67-5493-43D9-AD31-A6A02AFA8757}" type="presParOf" srcId="{74D55698-0B92-434E-956A-39D21B496501}" destId="{41B5650A-37D8-47B0-A942-299A315396F0}" srcOrd="2" destOrd="0" presId="urn:microsoft.com/office/officeart/2018/5/layout/CenteredIconLabelDescriptionList"/>
    <dgm:cxn modelId="{EA5A3069-97D9-4BA1-9FE0-88D30ED20814}" type="presParOf" srcId="{74D55698-0B92-434E-956A-39D21B496501}" destId="{E7472788-159F-4612-B350-0EB650DF188C}" srcOrd="3" destOrd="0" presId="urn:microsoft.com/office/officeart/2018/5/layout/CenteredIconLabelDescriptionList"/>
    <dgm:cxn modelId="{46FA8E3D-39F5-4E0E-ABD2-BAE6A6E1C1DC}" type="presParOf" srcId="{74D55698-0B92-434E-956A-39D21B496501}" destId="{57F93B01-1CDF-47B9-944E-45726CC1C90B}"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F9CDF-4EDF-4F8D-86E1-B6B0C7DB60DB}">
      <dsp:nvSpPr>
        <dsp:cNvPr id="0" name=""/>
        <dsp:cNvSpPr/>
      </dsp:nvSpPr>
      <dsp:spPr>
        <a:xfrm>
          <a:off x="2222514" y="639327"/>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8D1533-E9D7-40A4-A8D6-3457BFBAEEF7}">
      <dsp:nvSpPr>
        <dsp:cNvPr id="0" name=""/>
        <dsp:cNvSpPr/>
      </dsp:nvSpPr>
      <dsp:spPr>
        <a:xfrm>
          <a:off x="818514" y="227648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90000"/>
            </a:lnSpc>
            <a:spcBef>
              <a:spcPct val="0"/>
            </a:spcBef>
            <a:spcAft>
              <a:spcPct val="35000"/>
            </a:spcAft>
            <a:buNone/>
            <a:defRPr b="1"/>
          </a:pPr>
          <a:r>
            <a:rPr lang="en-US" sz="3300" kern="1200"/>
            <a:t>Monocrystalline Panels</a:t>
          </a:r>
        </a:p>
      </dsp:txBody>
      <dsp:txXfrm>
        <a:off x="818514" y="2276482"/>
        <a:ext cx="4320000" cy="648000"/>
      </dsp:txXfrm>
    </dsp:sp>
    <dsp:sp modelId="{E0B5939B-780D-4EDE-916C-7E46F2A946F9}">
      <dsp:nvSpPr>
        <dsp:cNvPr id="0" name=""/>
        <dsp:cNvSpPr/>
      </dsp:nvSpPr>
      <dsp:spPr>
        <a:xfrm>
          <a:off x="818514" y="2982694"/>
          <a:ext cx="4320000" cy="567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Cost ranges from $20,800 to $39,000</a:t>
          </a:r>
        </a:p>
        <a:p>
          <a:pPr marL="0" lvl="0" indent="0" algn="ctr" defTabSz="755650">
            <a:lnSpc>
              <a:spcPct val="90000"/>
            </a:lnSpc>
            <a:spcBef>
              <a:spcPct val="0"/>
            </a:spcBef>
            <a:spcAft>
              <a:spcPct val="35000"/>
            </a:spcAft>
            <a:buNone/>
          </a:pPr>
          <a:r>
            <a:rPr lang="en-US" sz="1700" kern="1200"/>
            <a:t>Assumes a 26 kW system</a:t>
          </a:r>
        </a:p>
      </dsp:txBody>
      <dsp:txXfrm>
        <a:off x="818514" y="2982694"/>
        <a:ext cx="4320000" cy="567207"/>
      </dsp:txXfrm>
    </dsp:sp>
    <dsp:sp modelId="{02924B93-F1F1-4FD1-A500-D68FA4C2595F}">
      <dsp:nvSpPr>
        <dsp:cNvPr id="0" name=""/>
        <dsp:cNvSpPr/>
      </dsp:nvSpPr>
      <dsp:spPr>
        <a:xfrm>
          <a:off x="7298514" y="639327"/>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B5650A-37D8-47B0-A942-299A315396F0}">
      <dsp:nvSpPr>
        <dsp:cNvPr id="0" name=""/>
        <dsp:cNvSpPr/>
      </dsp:nvSpPr>
      <dsp:spPr>
        <a:xfrm>
          <a:off x="5894514" y="227648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90000"/>
            </a:lnSpc>
            <a:spcBef>
              <a:spcPct val="0"/>
            </a:spcBef>
            <a:spcAft>
              <a:spcPct val="35000"/>
            </a:spcAft>
            <a:buNone/>
            <a:defRPr b="1"/>
          </a:pPr>
          <a:r>
            <a:rPr lang="en-US" sz="3300" kern="1200"/>
            <a:t>Polycrystalline Panels</a:t>
          </a:r>
        </a:p>
      </dsp:txBody>
      <dsp:txXfrm>
        <a:off x="5894514" y="2276482"/>
        <a:ext cx="4320000" cy="648000"/>
      </dsp:txXfrm>
    </dsp:sp>
    <dsp:sp modelId="{57F93B01-1CDF-47B9-944E-45726CC1C90B}">
      <dsp:nvSpPr>
        <dsp:cNvPr id="0" name=""/>
        <dsp:cNvSpPr/>
      </dsp:nvSpPr>
      <dsp:spPr>
        <a:xfrm>
          <a:off x="5894514" y="2982694"/>
          <a:ext cx="4320000" cy="567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Cost ranges from $15,600 to $26,000</a:t>
          </a:r>
        </a:p>
        <a:p>
          <a:pPr marL="0" lvl="0" indent="0" algn="ctr" defTabSz="755650">
            <a:lnSpc>
              <a:spcPct val="90000"/>
            </a:lnSpc>
            <a:spcBef>
              <a:spcPct val="0"/>
            </a:spcBef>
            <a:spcAft>
              <a:spcPct val="35000"/>
            </a:spcAft>
            <a:buNone/>
          </a:pPr>
          <a:r>
            <a:rPr lang="en-US" sz="1700" kern="1200"/>
            <a:t>Assumes a 26 kW system</a:t>
          </a:r>
        </a:p>
      </dsp:txBody>
      <dsp:txXfrm>
        <a:off x="5894514" y="2982694"/>
        <a:ext cx="4320000" cy="567207"/>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DC52F-543D-42C1-92E1-9EB7D6F09AF6}" type="datetimeFigureOut">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61D6B4-171B-4D7B-B07F-EDD35A1D8819}" type="slidenum">
              <a:t>‹#›</a:t>
            </a:fld>
            <a:endParaRPr lang="en-US"/>
          </a:p>
        </p:txBody>
      </p:sp>
    </p:spTree>
    <p:extLst>
      <p:ext uri="{BB962C8B-B14F-4D97-AF65-F5344CB8AC3E}">
        <p14:creationId xmlns:p14="http://schemas.microsoft.com/office/powerpoint/2010/main" val="3776267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was automatically generated by PowerPoint Copilot based on content found in this document:
https://microsoft.sharepoint.com/teams/ContosoGreenEnergy/_layouts/15/Doc.aspx?sourcedoc=%7BF0F97EDA-69D5-4868-AD7B-219D90B36EAE%7D&amp;file=Contoso%20A200%20Solar%20Panel%20Array.docx&amp;action=default&amp;mobileredirect=true&amp;DefaultItemOpen=1
AI-generated content may be incorrect.</a:t>
            </a:r>
          </a:p>
        </p:txBody>
      </p:sp>
      <p:sp>
        <p:nvSpPr>
          <p:cNvPr id="4" name="Slide Number Placeholder 3"/>
          <p:cNvSpPr>
            <a:spLocks noGrp="1"/>
          </p:cNvSpPr>
          <p:nvPr>
            <p:ph type="sldNum" sz="quarter" idx="5"/>
          </p:nvPr>
        </p:nvSpPr>
        <p:spPr/>
        <p:txBody>
          <a:bodyPr/>
          <a:lstStyle/>
          <a:p>
            <a:fld id="{2A7A97C9-CD20-43B5-8EE6-5A86E9DC9063}" type="slidenum">
              <a:t>1</a:t>
            </a:fld>
            <a:endParaRPr lang="en-US"/>
          </a:p>
        </p:txBody>
      </p:sp>
    </p:spTree>
    <p:extLst>
      <p:ext uri="{BB962C8B-B14F-4D97-AF65-F5344CB8AC3E}">
        <p14:creationId xmlns:p14="http://schemas.microsoft.com/office/powerpoint/2010/main" val="1305854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 Introduction
* Solar Panel Specifications
    * Panel Types
    * Efficiency Metrics
* Installation Guidelines
    * Site Assessment
    * Mounting the Panels
    * Electrical Connections
* Maintenance Tips
* Environmental Benefits
* Cost Savings Over Time
* MSRP Pricing and Discount Structure
    * Base Prices
    * Average Pricing for a 2600 Square Foot Home
    * Discounts and Incentives
* Comparison of Panel Types
* Diagrams for Clarity
    * Comparison of Panel Types
    * Solar Panel Installation
* Conclusion
</a:t>
            </a:r>
          </a:p>
        </p:txBody>
      </p:sp>
      <p:sp>
        <p:nvSpPr>
          <p:cNvPr id="4" name="Slide Number Placeholder 3"/>
          <p:cNvSpPr>
            <a:spLocks noGrp="1"/>
          </p:cNvSpPr>
          <p:nvPr>
            <p:ph type="sldNum" sz="quarter" idx="5"/>
          </p:nvPr>
        </p:nvSpPr>
        <p:spPr/>
        <p:txBody>
          <a:bodyPr/>
          <a:lstStyle/>
          <a:p>
            <a:fld id="{2A7A97C9-CD20-43B5-8EE6-5A86E9DC9063}" type="slidenum">
              <a:t>2</a:t>
            </a:fld>
            <a:endParaRPr lang="en-US"/>
          </a:p>
        </p:txBody>
      </p:sp>
    </p:spTree>
    <p:extLst>
      <p:ext uri="{BB962C8B-B14F-4D97-AF65-F5344CB8AC3E}">
        <p14:creationId xmlns:p14="http://schemas.microsoft.com/office/powerpoint/2010/main" val="1885185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document outlines the specifications for a medium residential roof-mounted solar panel array, including efficiency, installation, maintenance, environmental benefits, and cost savings. It also compares monocrystalline and polycrystalline panels.
Original Content:
This document provides a detailed specification for a medium residential roof-mounted solar panel array. It covers efficiency metrics, installation guidelines, maintenance tips, environmental benefits, and potential cost savings over time. Additionally, it offers a comparison between monocrystalline and polycrystalline solar panels to help homeowners make an informed decision.
</a:t>
            </a:r>
          </a:p>
        </p:txBody>
      </p:sp>
      <p:sp>
        <p:nvSpPr>
          <p:cNvPr id="4" name="Slide Number Placeholder 3"/>
          <p:cNvSpPr>
            <a:spLocks noGrp="1"/>
          </p:cNvSpPr>
          <p:nvPr>
            <p:ph type="sldNum" sz="quarter" idx="5"/>
          </p:nvPr>
        </p:nvSpPr>
        <p:spPr/>
        <p:txBody>
          <a:bodyPr/>
          <a:lstStyle/>
          <a:p>
            <a:fld id="{2A7A97C9-CD20-43B5-8EE6-5A86E9DC9063}" type="slidenum">
              <a:t>3</a:t>
            </a:fld>
            <a:endParaRPr lang="en-US"/>
          </a:p>
        </p:txBody>
      </p:sp>
    </p:spTree>
    <p:extLst>
      <p:ext uri="{BB962C8B-B14F-4D97-AF65-F5344CB8AC3E}">
        <p14:creationId xmlns:p14="http://schemas.microsoft.com/office/powerpoint/2010/main" val="2637023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efficiency metrics of solar panels, including energy conversion efficiency, temperature coefficient, and durability. Monocrystalline panels are more efficient and perform better in high temperatures, while polycrystalline panels are less expensive but slightly less efficient.
Original Content:
Efficiency Metrics
·         Energy Conversion Efficiency: This indicates the percentage of sunlight that can be converted into usable electricity. Monocrystalline panels typically offer higher efficiency rates (15-20%) compared to polycrystalline panels (13-16%).
·         Temperature Coefficient: This metric measures how well the panel performs in high temperatures. Monocrystalline panels generally have a lower temperature coefficient, making them more efficient in hot climates.
·         Durability and Lifespan: Both panel types are built to last, with a typical lifespan of 25-30 years. However, monocrystalline panels often come with a longer warranty period.
·         Monocrystalline Solar Panels: Made from a single crystal structure, these panels are known for their high efficiency and sleek appearance. They typically have an efficiency rate of 15-20%.
·         Polycrystalline Solar Panels: Composed of multiple silicon crystals, these panels are generally less expensive but also slightly less efficient, with an efficiency rate of 13-16%.
</a:t>
            </a:r>
          </a:p>
        </p:txBody>
      </p:sp>
      <p:sp>
        <p:nvSpPr>
          <p:cNvPr id="4" name="Slide Number Placeholder 3"/>
          <p:cNvSpPr>
            <a:spLocks noGrp="1"/>
          </p:cNvSpPr>
          <p:nvPr>
            <p:ph type="sldNum" sz="quarter" idx="5"/>
          </p:nvPr>
        </p:nvSpPr>
        <p:spPr/>
        <p:txBody>
          <a:bodyPr/>
          <a:lstStyle/>
          <a:p>
            <a:fld id="{2A7A97C9-CD20-43B5-8EE6-5A86E9DC9063}" type="slidenum">
              <a:t>4</a:t>
            </a:fld>
            <a:endParaRPr lang="en-US"/>
          </a:p>
        </p:txBody>
      </p:sp>
    </p:spTree>
    <p:extLst>
      <p:ext uri="{BB962C8B-B14F-4D97-AF65-F5344CB8AC3E}">
        <p14:creationId xmlns:p14="http://schemas.microsoft.com/office/powerpoint/2010/main" val="1631099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solar panels are made from a single crystal structure, offering high efficiency of 15-20%. Polycrystalline panels, composed of multiple silicon crystals, are less expensive but have a lower efficiency of 13-16%.
Original Content:
·         Monocrystalline Solar Panels: Made from a single crystal structure, these panels are known for their high efficiency and sleek appearance. They typically have an efficiency rate of 15-20%.
·         Polycrystalline Solar Panels: Composed of multiple silicon crystals, these panels are generally less expensive but also slightly less efficient, with an efficiency rate of 13-16%.
</a:t>
            </a:r>
          </a:p>
        </p:txBody>
      </p:sp>
      <p:sp>
        <p:nvSpPr>
          <p:cNvPr id="4" name="Slide Number Placeholder 3"/>
          <p:cNvSpPr>
            <a:spLocks noGrp="1"/>
          </p:cNvSpPr>
          <p:nvPr>
            <p:ph type="sldNum" sz="quarter" idx="5"/>
          </p:nvPr>
        </p:nvSpPr>
        <p:spPr/>
        <p:txBody>
          <a:bodyPr/>
          <a:lstStyle/>
          <a:p>
            <a:fld id="{2A7A97C9-CD20-43B5-8EE6-5A86E9DC9063}" type="slidenum">
              <a:t>5</a:t>
            </a:fld>
            <a:endParaRPr lang="en-US"/>
          </a:p>
        </p:txBody>
      </p:sp>
    </p:spTree>
    <p:extLst>
      <p:ext uri="{BB962C8B-B14F-4D97-AF65-F5344CB8AC3E}">
        <p14:creationId xmlns:p14="http://schemas.microsoft.com/office/powerpoint/2010/main" val="1297321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offer higher efficiency (15-20%) compared to polycrystalline (13-16%). They also perform better in high temperatures and often come with longer warranties, though both types last 25-30 years.
Original Content:
·         Energy Conversion Efficiency: This indicates the percentage of sunlight that can be converted into usable electricity. Monocrystalline panels typically offer higher efficiency rates (15-20%) compared to polycrystalline panels (13-16%).
·         Temperature Coefficient: This metric measures how well the panel performs in high temperatures. Monocrystalline panels generally have a lower temperature coefficient, making them more efficient in hot climates.
·         Durability and Lifespan: Both panel types are built to last, with a typical lifespan of 25-30 years. However, monocrystalline panels often come with a longer warranty period.
</a:t>
            </a:r>
          </a:p>
        </p:txBody>
      </p:sp>
      <p:sp>
        <p:nvSpPr>
          <p:cNvPr id="4" name="Slide Number Placeholder 3"/>
          <p:cNvSpPr>
            <a:spLocks noGrp="1"/>
          </p:cNvSpPr>
          <p:nvPr>
            <p:ph type="sldNum" sz="quarter" idx="5"/>
          </p:nvPr>
        </p:nvSpPr>
        <p:spPr/>
        <p:txBody>
          <a:bodyPr/>
          <a:lstStyle/>
          <a:p>
            <a:fld id="{2A7A97C9-CD20-43B5-8EE6-5A86E9DC9063}" type="slidenum">
              <a:t>6</a:t>
            </a:fld>
            <a:endParaRPr lang="en-US"/>
          </a:p>
        </p:txBody>
      </p:sp>
    </p:spTree>
    <p:extLst>
      <p:ext uri="{BB962C8B-B14F-4D97-AF65-F5344CB8AC3E}">
        <p14:creationId xmlns:p14="http://schemas.microsoft.com/office/powerpoint/2010/main" val="939006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install solar panels, analyze your roof structure, evaluate orientation and shading, and use a sturdy mounting system. Ensure proper electrical connections by hiring a certified electrician and installing an inverter and battery storage system.
Original Content:
·         Conduct a thorough analysis of your roof structure to ensure it can support the additional weight of the solar panels.
·         Evaluate the roof's orientation and tilt angle to maximize sunlight exposure.
·         Identify any potential shading issues from nearby trees or buildings.
Mounting the Panels
·         Use a sturdy mounting system that can withstand local weather conditions, including high winds and heavy snow loads.
·         Install the panels at an optimal tilt angle (typically between 30-45 degrees) to maximize solar exposure.
·         Ensure proper spacing between panels to allow for thermal expansion and adequate ventilation.
Electrical Connections
·         Hire a certified electrician to handle the electrical connections to ensure safety and compliance with local codes.
·         Install an inverter to convert the DC electricity generated by the panels into AC electricity for home use.
·         Consider installing a battery storage system for energy storage and use during non-sunny periods.
</a:t>
            </a:r>
          </a:p>
        </p:txBody>
      </p:sp>
      <p:sp>
        <p:nvSpPr>
          <p:cNvPr id="4" name="Slide Number Placeholder 3"/>
          <p:cNvSpPr>
            <a:spLocks noGrp="1"/>
          </p:cNvSpPr>
          <p:nvPr>
            <p:ph type="sldNum" sz="quarter" idx="5"/>
          </p:nvPr>
        </p:nvSpPr>
        <p:spPr/>
        <p:txBody>
          <a:bodyPr/>
          <a:lstStyle/>
          <a:p>
            <a:fld id="{2A7A97C9-CD20-43B5-8EE6-5A86E9DC9063}" type="slidenum">
              <a:t>7</a:t>
            </a:fld>
            <a:endParaRPr lang="en-US"/>
          </a:p>
        </p:txBody>
      </p:sp>
    </p:spTree>
    <p:extLst>
      <p:ext uri="{BB962C8B-B14F-4D97-AF65-F5344CB8AC3E}">
        <p14:creationId xmlns:p14="http://schemas.microsoft.com/office/powerpoint/2010/main" val="2685602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Conduct a thorough analysis of your roof structure, evaluate its orientation and tilt, and identify any potential shading issues to ensure optimal solar panel installation.
Original Content:
·         Conduct a thorough analysis of your roof structure to ensure it can support the additional weight of the solar panels.
·         Evaluate the roof's orientation and tilt angle to maximize sunlight exposure.
·         Identify any potential shading issues from nearby trees or buildings.
</a:t>
            </a:r>
          </a:p>
        </p:txBody>
      </p:sp>
      <p:sp>
        <p:nvSpPr>
          <p:cNvPr id="4" name="Slide Number Placeholder 3"/>
          <p:cNvSpPr>
            <a:spLocks noGrp="1"/>
          </p:cNvSpPr>
          <p:nvPr>
            <p:ph type="sldNum" sz="quarter" idx="5"/>
          </p:nvPr>
        </p:nvSpPr>
        <p:spPr/>
        <p:txBody>
          <a:bodyPr/>
          <a:lstStyle/>
          <a:p>
            <a:fld id="{2A7A97C9-CD20-43B5-8EE6-5A86E9DC9063}" type="slidenum">
              <a:t>8</a:t>
            </a:fld>
            <a:endParaRPr lang="en-US"/>
          </a:p>
        </p:txBody>
      </p:sp>
    </p:spTree>
    <p:extLst>
      <p:ext uri="{BB962C8B-B14F-4D97-AF65-F5344CB8AC3E}">
        <p14:creationId xmlns:p14="http://schemas.microsoft.com/office/powerpoint/2010/main" val="289447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Ensure a sturdy mounting system for solar panels to withstand weather, install at a 30-45 degree tilt for maximum exposure, and maintain proper spacing for thermal expansion and ventilation.
Original Content:
·         Use a sturdy mounting system that can withstand local weather conditions, including high winds and heavy snow loads.
·         Install the panels at an optimal tilt angle (typically between 30-45 degrees) to maximize solar exposure.
·         Ensure proper spacing between panels to allow for thermal expansion and adequate ventilation.
</a:t>
            </a:r>
          </a:p>
        </p:txBody>
      </p:sp>
      <p:sp>
        <p:nvSpPr>
          <p:cNvPr id="4" name="Slide Number Placeholder 3"/>
          <p:cNvSpPr>
            <a:spLocks noGrp="1"/>
          </p:cNvSpPr>
          <p:nvPr>
            <p:ph type="sldNum" sz="quarter" idx="5"/>
          </p:nvPr>
        </p:nvSpPr>
        <p:spPr/>
        <p:txBody>
          <a:bodyPr/>
          <a:lstStyle/>
          <a:p>
            <a:fld id="{2A7A97C9-CD20-43B5-8EE6-5A86E9DC9063}" type="slidenum">
              <a:t>9</a:t>
            </a:fld>
            <a:endParaRPr lang="en-US"/>
          </a:p>
        </p:txBody>
      </p:sp>
    </p:spTree>
    <p:extLst>
      <p:ext uri="{BB962C8B-B14F-4D97-AF65-F5344CB8AC3E}">
        <p14:creationId xmlns:p14="http://schemas.microsoft.com/office/powerpoint/2010/main" val="1111787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install solar panels, hire a certified electrician for safety and code compliance. Install an inverter to convert DC to AC electricity. Consider a battery storage system for energy use during non-sunny periods.
Original Content:
·         Hire a certified electrician to handle the electrical connections to ensure safety and compliance with local codes.
·         Install an inverter to convert the DC electricity generated by the panels into AC electricity for home use.
·         Consider installing a battery storage system for energy storage and use during non-sunny periods.
</a:t>
            </a:r>
          </a:p>
        </p:txBody>
      </p:sp>
      <p:sp>
        <p:nvSpPr>
          <p:cNvPr id="4" name="Slide Number Placeholder 3"/>
          <p:cNvSpPr>
            <a:spLocks noGrp="1"/>
          </p:cNvSpPr>
          <p:nvPr>
            <p:ph type="sldNum" sz="quarter" idx="5"/>
          </p:nvPr>
        </p:nvSpPr>
        <p:spPr/>
        <p:txBody>
          <a:bodyPr/>
          <a:lstStyle/>
          <a:p>
            <a:fld id="{2A7A97C9-CD20-43B5-8EE6-5A86E9DC9063}" type="slidenum">
              <a:t>10</a:t>
            </a:fld>
            <a:endParaRPr lang="en-US"/>
          </a:p>
        </p:txBody>
      </p:sp>
    </p:spTree>
    <p:extLst>
      <p:ext uri="{BB962C8B-B14F-4D97-AF65-F5344CB8AC3E}">
        <p14:creationId xmlns:p14="http://schemas.microsoft.com/office/powerpoint/2010/main" val="1199524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maintain solar panel efficiency, regularly clean them to remove dirt and debris. Inspect for damage, especially after severe weather. Check electrical connections and the inverter periodically. Schedule professional inspections and maintenance annually.
Original Content:
·         Regularly clean the panels to remove dirt, dust, and debris that can reduce efficiency.
·         Inspect the panels and mounting system for any signs of damage or wear, especially after severe weather events.
·         Check the electrical connections and inverter periodically to ensure they are functioning correctly.
·         Schedule professional inspections and maintenance at least once a year to ensure optimal performance.
</a:t>
            </a:r>
          </a:p>
        </p:txBody>
      </p:sp>
      <p:sp>
        <p:nvSpPr>
          <p:cNvPr id="4" name="Slide Number Placeholder 3"/>
          <p:cNvSpPr>
            <a:spLocks noGrp="1"/>
          </p:cNvSpPr>
          <p:nvPr>
            <p:ph type="sldNum" sz="quarter" idx="5"/>
          </p:nvPr>
        </p:nvSpPr>
        <p:spPr/>
        <p:txBody>
          <a:bodyPr/>
          <a:lstStyle/>
          <a:p>
            <a:fld id="{2A7A97C9-CD20-43B5-8EE6-5A86E9DC9063}" type="slidenum">
              <a:t>11</a:t>
            </a:fld>
            <a:endParaRPr lang="en-US"/>
          </a:p>
        </p:txBody>
      </p:sp>
    </p:spTree>
    <p:extLst>
      <p:ext uri="{BB962C8B-B14F-4D97-AF65-F5344CB8AC3E}">
        <p14:creationId xmlns:p14="http://schemas.microsoft.com/office/powerpoint/2010/main" val="1017980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Solar energy offers numerous benefits including reducing carbon footprint, promoting energy independence, and being a sustainable investment. Solar panels produce clean energy, reduce reliance on fossil fuels, and lower greenhouse gas emissions. Generating your own electricity enhances energy security. Solar energy is abundant and environmentally friendly.
Original Content:
·         Reduction in Carbon Footprint: Solar panels produce clean, renewable energy, reducing reliance on fossil fuels and lowering greenhouse gas emissions.
·         Energy Independence: By generating your own electricity, you reduce dependence on the grid and contribute to energy security.
·         Sustainable Investment: Solar energy is an abundant resource that can be harnessed without depleting natural resources or harming the environment.
</a:t>
            </a:r>
          </a:p>
        </p:txBody>
      </p:sp>
      <p:sp>
        <p:nvSpPr>
          <p:cNvPr id="4" name="Slide Number Placeholder 3"/>
          <p:cNvSpPr>
            <a:spLocks noGrp="1"/>
          </p:cNvSpPr>
          <p:nvPr>
            <p:ph type="sldNum" sz="quarter" idx="5"/>
          </p:nvPr>
        </p:nvSpPr>
        <p:spPr/>
        <p:txBody>
          <a:bodyPr/>
          <a:lstStyle/>
          <a:p>
            <a:fld id="{2A7A97C9-CD20-43B5-8EE6-5A86E9DC9063}" type="slidenum">
              <a:t>12</a:t>
            </a:fld>
            <a:endParaRPr lang="en-US"/>
          </a:p>
        </p:txBody>
      </p:sp>
    </p:spTree>
    <p:extLst>
      <p:ext uri="{BB962C8B-B14F-4D97-AF65-F5344CB8AC3E}">
        <p14:creationId xmlns:p14="http://schemas.microsoft.com/office/powerpoint/2010/main" val="634012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Installing solar panels offers several benefits. The initial investment can be offset by incentives and tax credits. Solar panels reduce energy bills, provide a return on investment within 5-10 years, and increase home value, making it more attractive to buyers.
Original Content:
·         Initial Investment: While the upfront cost of solar panels can be significant, various incentives and tax credits are available to reduce the financial burden.
·         Energy Bill Savings: Solar panels can significantly reduce or even eliminate your monthly electricity bills, leading to substantial savings over time.
·         Return on Investment: Most homeowners see a return on investment within 5-10 years, with continued savings for the lifespan of the system.
·         Increased Home Value: Installing solar panels can increase your home's market value, making it more attractive to potential buyers.
</a:t>
            </a:r>
          </a:p>
        </p:txBody>
      </p:sp>
      <p:sp>
        <p:nvSpPr>
          <p:cNvPr id="4" name="Slide Number Placeholder 3"/>
          <p:cNvSpPr>
            <a:spLocks noGrp="1"/>
          </p:cNvSpPr>
          <p:nvPr>
            <p:ph type="sldNum" sz="quarter" idx="5"/>
          </p:nvPr>
        </p:nvSpPr>
        <p:spPr/>
        <p:txBody>
          <a:bodyPr/>
          <a:lstStyle/>
          <a:p>
            <a:fld id="{2A7A97C9-CD20-43B5-8EE6-5A86E9DC9063}" type="slidenum">
              <a:t>13</a:t>
            </a:fld>
            <a:endParaRPr lang="en-US"/>
          </a:p>
        </p:txBody>
      </p:sp>
    </p:spTree>
    <p:extLst>
      <p:ext uri="{BB962C8B-B14F-4D97-AF65-F5344CB8AC3E}">
        <p14:creationId xmlns:p14="http://schemas.microsoft.com/office/powerpoint/2010/main" val="3002782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cost between $0.80 and $1.50 per watt, while polycrystalline panels range from $0.60 to $1.00 per watt. For a 2600 sq ft home, monocrystalline panels cost $20,800 to $39,000, and polycrystalline panels cost $15,600 to $26,000. Discounts include bulk purchase, seasonal promotions, tax credits, referral programs, and financing options.
Original Content:
·         Monocrystalline Panels: $0.80 to $1.50 per watt
·         Polycrystalline Panels: $0.60 to $1.00 per watt
Average Pricing for a 2600 Square Foot Home:
·         Monocrystalline Panels: Approximately $20,800 to $39,000 (assuming 26 kW system)
·         Polycrystalline Panels: Approximately $15,600 to $26,000 (assuming 26 kW system)
Discounts and Incentives:
·         Bulk Purchase Discounts: Save up to 10% on orders exceeding 10 kW
·         Seasonal Promotions: Special discounts available during peak installation seasons
·         Federal and State Tax Credits: Up to 26% tax credit available through federal incentives, with additional state-specific rebates
·         Referral Programs: Earn discounts for referring new customers
·         Financing Options: Low-interest financing available through selected partners
</a:t>
            </a:r>
          </a:p>
        </p:txBody>
      </p:sp>
      <p:sp>
        <p:nvSpPr>
          <p:cNvPr id="4" name="Slide Number Placeholder 3"/>
          <p:cNvSpPr>
            <a:spLocks noGrp="1"/>
          </p:cNvSpPr>
          <p:nvPr>
            <p:ph type="sldNum" sz="quarter" idx="5"/>
          </p:nvPr>
        </p:nvSpPr>
        <p:spPr/>
        <p:txBody>
          <a:bodyPr/>
          <a:lstStyle/>
          <a:p>
            <a:fld id="{2A7A97C9-CD20-43B5-8EE6-5A86E9DC9063}" type="slidenum">
              <a:t>14</a:t>
            </a:fld>
            <a:endParaRPr lang="en-US"/>
          </a:p>
        </p:txBody>
      </p:sp>
    </p:spTree>
    <p:extLst>
      <p:ext uri="{BB962C8B-B14F-4D97-AF65-F5344CB8AC3E}">
        <p14:creationId xmlns:p14="http://schemas.microsoft.com/office/powerpoint/2010/main" val="2847033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cost between $0.80 and $1.50 per watt, while polycrystalline panels range from $0.60 to $1.00 per watt.
Original Content:
·         Monocrystalline Panels: $0.80 to $1.50 per watt
·         Polycrystalline Panels: $0.60 to $1.00 per watt
</a:t>
            </a:r>
          </a:p>
        </p:txBody>
      </p:sp>
      <p:sp>
        <p:nvSpPr>
          <p:cNvPr id="4" name="Slide Number Placeholder 3"/>
          <p:cNvSpPr>
            <a:spLocks noGrp="1"/>
          </p:cNvSpPr>
          <p:nvPr>
            <p:ph type="sldNum" sz="quarter" idx="5"/>
          </p:nvPr>
        </p:nvSpPr>
        <p:spPr/>
        <p:txBody>
          <a:bodyPr/>
          <a:lstStyle/>
          <a:p>
            <a:fld id="{2A7A97C9-CD20-43B5-8EE6-5A86E9DC9063}" type="slidenum">
              <a:t>15</a:t>
            </a:fld>
            <a:endParaRPr lang="en-US"/>
          </a:p>
        </p:txBody>
      </p:sp>
    </p:spTree>
    <p:extLst>
      <p:ext uri="{BB962C8B-B14F-4D97-AF65-F5344CB8AC3E}">
        <p14:creationId xmlns:p14="http://schemas.microsoft.com/office/powerpoint/2010/main" val="2894620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cost between $20,800 and $39,000 for a 26 kW system, while polycrystalline panels range from $15,600 to $26,000 for the same system.
Original Content:
·         Monocrystalline Panels: Approximately $20,800 to $39,000 (assuming 26 kW system)
·         Polycrystalline Panels: Approximately $15,600 to $26,000 (assuming 26 kW system)
</a:t>
            </a:r>
          </a:p>
        </p:txBody>
      </p:sp>
      <p:sp>
        <p:nvSpPr>
          <p:cNvPr id="4" name="Slide Number Placeholder 3"/>
          <p:cNvSpPr>
            <a:spLocks noGrp="1"/>
          </p:cNvSpPr>
          <p:nvPr>
            <p:ph type="sldNum" sz="quarter" idx="5"/>
          </p:nvPr>
        </p:nvSpPr>
        <p:spPr/>
        <p:txBody>
          <a:bodyPr/>
          <a:lstStyle/>
          <a:p>
            <a:fld id="{2A7A97C9-CD20-43B5-8EE6-5A86E9DC9063}" type="slidenum">
              <a:t>16</a:t>
            </a:fld>
            <a:endParaRPr lang="en-US"/>
          </a:p>
        </p:txBody>
      </p:sp>
    </p:spTree>
    <p:extLst>
      <p:ext uri="{BB962C8B-B14F-4D97-AF65-F5344CB8AC3E}">
        <p14:creationId xmlns:p14="http://schemas.microsoft.com/office/powerpoint/2010/main" val="3633106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Discover various discounts and incentives for solar installations, including bulk purchase discounts, seasonal promotions, federal and state tax credits, referral programs, and low-interest financing options.
Original Content:
·         Bulk Purchase Discounts: Save up to 10% on orders exceeding 10 kW
·         Seasonal Promotions: Special discounts available during peak installation seasons
·         Federal and State Tax Credits: Up to 26% tax credit available through federal incentives, with additional state-specific rebates
·         Referral Programs: Earn discounts for referring new customers
·         Financing Options: Low-interest financing available through selected partners
</a:t>
            </a:r>
          </a:p>
        </p:txBody>
      </p:sp>
      <p:sp>
        <p:nvSpPr>
          <p:cNvPr id="4" name="Slide Number Placeholder 3"/>
          <p:cNvSpPr>
            <a:spLocks noGrp="1"/>
          </p:cNvSpPr>
          <p:nvPr>
            <p:ph type="sldNum" sz="quarter" idx="5"/>
          </p:nvPr>
        </p:nvSpPr>
        <p:spPr/>
        <p:txBody>
          <a:bodyPr/>
          <a:lstStyle/>
          <a:p>
            <a:fld id="{2A7A97C9-CD20-43B5-8EE6-5A86E9DC9063}" type="slidenum">
              <a:t>17</a:t>
            </a:fld>
            <a:endParaRPr lang="en-US"/>
          </a:p>
        </p:txBody>
      </p:sp>
    </p:spTree>
    <p:extLst>
      <p:ext uri="{BB962C8B-B14F-4D97-AF65-F5344CB8AC3E}">
        <p14:creationId xmlns:p14="http://schemas.microsoft.com/office/powerpoint/2010/main" val="1050439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are more efficient and space-saving but cost more. They have a uniform black color. Polycrystalline panels are cheaper with a blueish hue. Both have similar lifespans, but monocrystalline often have longer warranties.
Original Content:
·         Efficiency: Monocrystalline panels are more efficient (15-20%) compared to polycrystalline panels (13-16%).
·         Cost: Polycrystalline panels are generally less expensive due to their simpler manufacturing process.
·         Appearance: Monocrystalline panels have a uniform black color, while polycrystalline panels have a blueish hue with a speckled appearance.
·         Space Requirements: Due to their higher efficiency, monocrystalline panels require less space to generate the same amount of electricity as polycrystalline panels.
·         Longevity: Both types have similar lifespans, but monocrystalline panels often come with longer warranties.
</a:t>
            </a:r>
          </a:p>
        </p:txBody>
      </p:sp>
      <p:sp>
        <p:nvSpPr>
          <p:cNvPr id="4" name="Slide Number Placeholder 3"/>
          <p:cNvSpPr>
            <a:spLocks noGrp="1"/>
          </p:cNvSpPr>
          <p:nvPr>
            <p:ph type="sldNum" sz="quarter" idx="5"/>
          </p:nvPr>
        </p:nvSpPr>
        <p:spPr/>
        <p:txBody>
          <a:bodyPr/>
          <a:lstStyle/>
          <a:p>
            <a:fld id="{2A7A97C9-CD20-43B5-8EE6-5A86E9DC9063}" type="slidenum">
              <a:t>18</a:t>
            </a:fld>
            <a:endParaRPr lang="en-US"/>
          </a:p>
        </p:txBody>
      </p:sp>
    </p:spTree>
    <p:extLst>
      <p:ext uri="{BB962C8B-B14F-4D97-AF65-F5344CB8AC3E}">
        <p14:creationId xmlns:p14="http://schemas.microsoft.com/office/powerpoint/2010/main" val="2799874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steps for setting up electrical connections for residential solar panels, including the inverter and battery storage. It also compares monocrystalline and polycrystalline solar panels.
Original Content:
·         The steps and components involved in installing a residential roof-mounted solar panel array.
Electrical Connections:
·         Steps for electrical connection setup, including the inverter and battery storage system.
Comparison of Panel Types:
·         Table comparing the key differences between monocrystalline and polycrystalline solar panels.
</a:t>
            </a:r>
          </a:p>
        </p:txBody>
      </p:sp>
      <p:sp>
        <p:nvSpPr>
          <p:cNvPr id="4" name="Slide Number Placeholder 3"/>
          <p:cNvSpPr>
            <a:spLocks noGrp="1"/>
          </p:cNvSpPr>
          <p:nvPr>
            <p:ph type="sldNum" sz="quarter" idx="5"/>
          </p:nvPr>
        </p:nvSpPr>
        <p:spPr/>
        <p:txBody>
          <a:bodyPr/>
          <a:lstStyle/>
          <a:p>
            <a:fld id="{2A7A97C9-CD20-43B5-8EE6-5A86E9DC9063}" type="slidenum">
              <a:t>19</a:t>
            </a:fld>
            <a:endParaRPr lang="en-US"/>
          </a:p>
        </p:txBody>
      </p:sp>
    </p:spTree>
    <p:extLst>
      <p:ext uri="{BB962C8B-B14F-4D97-AF65-F5344CB8AC3E}">
        <p14:creationId xmlns:p14="http://schemas.microsoft.com/office/powerpoint/2010/main" val="35777024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compares monocrystalline and polycrystalline solar panels in terms of efficiency, cost, appearance, space efficiency, and lifespan.
Original Content:
·         Table comparing the key differences between monocrystalline and polycrystalline solar panels.
</a:t>
            </a:r>
          </a:p>
        </p:txBody>
      </p:sp>
      <p:sp>
        <p:nvSpPr>
          <p:cNvPr id="4" name="Slide Number Placeholder 3"/>
          <p:cNvSpPr>
            <a:spLocks noGrp="1"/>
          </p:cNvSpPr>
          <p:nvPr>
            <p:ph type="sldNum" sz="quarter" idx="5"/>
          </p:nvPr>
        </p:nvSpPr>
        <p:spPr/>
        <p:txBody>
          <a:bodyPr/>
          <a:lstStyle/>
          <a:p>
            <a:fld id="{2A7A97C9-CD20-43B5-8EE6-5A86E9DC9063}" type="slidenum">
              <a:t>20</a:t>
            </a:fld>
            <a:endParaRPr lang="en-US"/>
          </a:p>
        </p:txBody>
      </p:sp>
    </p:spTree>
    <p:extLst>
      <p:ext uri="{BB962C8B-B14F-4D97-AF65-F5344CB8AC3E}">
        <p14:creationId xmlns:p14="http://schemas.microsoft.com/office/powerpoint/2010/main" val="19395916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steps and components involved in installing a residential roof-mounted solar panel array. It includes the installation process and the setup of the electrical connection, including the inverter and battery storage system.
Original Content:
·         The steps and components involved in installing a residential roof-mounted solar panel array.
·         Steps for electrical connection setup, including the inverter and battery storage system.
</a:t>
            </a:r>
          </a:p>
        </p:txBody>
      </p:sp>
      <p:sp>
        <p:nvSpPr>
          <p:cNvPr id="4" name="Slide Number Placeholder 3"/>
          <p:cNvSpPr>
            <a:spLocks noGrp="1"/>
          </p:cNvSpPr>
          <p:nvPr>
            <p:ph type="sldNum" sz="quarter" idx="5"/>
          </p:nvPr>
        </p:nvSpPr>
        <p:spPr/>
        <p:txBody>
          <a:bodyPr/>
          <a:lstStyle/>
          <a:p>
            <a:fld id="{2A7A97C9-CD20-43B5-8EE6-5A86E9DC9063}" type="slidenum">
              <a:t>21</a:t>
            </a:fld>
            <a:endParaRPr lang="en-US"/>
          </a:p>
        </p:txBody>
      </p:sp>
    </p:spTree>
    <p:extLst>
      <p:ext uri="{BB962C8B-B14F-4D97-AF65-F5344CB8AC3E}">
        <p14:creationId xmlns:p14="http://schemas.microsoft.com/office/powerpoint/2010/main" val="2341874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Investing in residential roof-mounted solar panels offers environmental benefits, energy independence, and cost savings. Understand efficiency metrics, follow installation guidelines, and maintain your system to maximize benefits.
Original Content:
Investing in a medium residential roof-mounted solar panel array is a smart choice for environmentally-conscious homeowners looking to reduce their carbon footprint, achieve energy independence, and save on energy costs. By understanding the efficiency metrics, installation guidelines, and maintenance tips outlined in this document, you can make an informed decision and maximize the benefits of your solar investment.
</a:t>
            </a:r>
          </a:p>
        </p:txBody>
      </p:sp>
      <p:sp>
        <p:nvSpPr>
          <p:cNvPr id="4" name="Slide Number Placeholder 3"/>
          <p:cNvSpPr>
            <a:spLocks noGrp="1"/>
          </p:cNvSpPr>
          <p:nvPr>
            <p:ph type="sldNum" sz="quarter" idx="5"/>
          </p:nvPr>
        </p:nvSpPr>
        <p:spPr/>
        <p:txBody>
          <a:bodyPr/>
          <a:lstStyle/>
          <a:p>
            <a:fld id="{2A7A97C9-CD20-43B5-8EE6-5A86E9DC9063}" type="slidenum">
              <a:t>22</a:t>
            </a:fld>
            <a:endParaRPr lang="en-US"/>
          </a:p>
        </p:txBody>
      </p:sp>
    </p:spTree>
    <p:extLst>
      <p:ext uri="{BB962C8B-B14F-4D97-AF65-F5344CB8AC3E}">
        <p14:creationId xmlns:p14="http://schemas.microsoft.com/office/powerpoint/2010/main" val="917448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Thursday, November 28, 2024</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53224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Thursday, November 28, 2024</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342592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Thursday, November 28, 2024</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0395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Thursday, November 28, 2024</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967980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Thursday, November 28, 2024</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28708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Thursday, November 28, 2024</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332795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Thursday, November 28, 2024</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390584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Thursday, November 28, 2024</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262156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Thursday, November 28, 2024</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41645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Thursday, November 28, 2024</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730700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Thursday, November 28, 2024</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64529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Thursday, November 28, 2024</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6791464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404E292-5FAB-47E8-A663-A07530CED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0FF8ED-64CE-400C-A4D5-9F943FC264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5">
                  <a:alpha val="75000"/>
                </a:schemeClr>
              </a:gs>
              <a:gs pos="100000">
                <a:schemeClr val="accent2">
                  <a:lumMod val="60000"/>
                  <a:lumOff val="40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68868AD-100D-45F3-B11E-8A2936712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12191999" cy="6858000"/>
          </a:xfrm>
          <a:prstGeom prst="rect">
            <a:avLst/>
          </a:prstGeom>
          <a:gradFill>
            <a:gsLst>
              <a:gs pos="49000">
                <a:schemeClr val="accent5">
                  <a:alpha val="50000"/>
                </a:schemeClr>
              </a:gs>
              <a:gs pos="100000">
                <a:schemeClr val="accent2">
                  <a:alpha val="74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4742CC-05F9-44AC-AF98-AB6EF810E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96001" cy="6858000"/>
          </a:xfrm>
          <a:prstGeom prst="rect">
            <a:avLst/>
          </a:prstGeom>
          <a:gradFill>
            <a:gsLst>
              <a:gs pos="0">
                <a:schemeClr val="accent2">
                  <a:alpha val="17000"/>
                </a:schemeClr>
              </a:gs>
              <a:gs pos="85000">
                <a:schemeClr val="accent4">
                  <a:alpha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3">
            <a:extLst>
              <a:ext uri="{FF2B5EF4-FFF2-40B4-BE49-F238E27FC236}">
                <a16:creationId xmlns:a16="http://schemas.microsoft.com/office/drawing/2014/main" id="{853C77DB-C7E3-4B1F-9AD0-1EB2982A8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460656" y="-2569189"/>
            <a:ext cx="5115722" cy="10255626"/>
          </a:xfrm>
          <a:custGeom>
            <a:avLst/>
            <a:gdLst>
              <a:gd name="connsiteX0" fmla="*/ 2065105 w 2065105"/>
              <a:gd name="connsiteY0" fmla="*/ 0 h 4139967"/>
              <a:gd name="connsiteX1" fmla="*/ 2065105 w 2065105"/>
              <a:gd name="connsiteY1" fmla="*/ 4139967 h 4139967"/>
              <a:gd name="connsiteX2" fmla="*/ 1858573 w 2065105"/>
              <a:gd name="connsiteY2" fmla="*/ 4129538 h 4139967"/>
              <a:gd name="connsiteX3" fmla="*/ 0 w 2065105"/>
              <a:gd name="connsiteY3" fmla="*/ 2069983 h 4139967"/>
              <a:gd name="connsiteX4" fmla="*/ 1858573 w 2065105"/>
              <a:gd name="connsiteY4" fmla="*/ 10428 h 4139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105" h="4139967">
                <a:moveTo>
                  <a:pt x="2065105" y="0"/>
                </a:moveTo>
                <a:lnTo>
                  <a:pt x="2065105" y="4139967"/>
                </a:lnTo>
                <a:lnTo>
                  <a:pt x="1858573" y="4129538"/>
                </a:lnTo>
                <a:cubicBezTo>
                  <a:pt x="814640" y="4023521"/>
                  <a:pt x="0" y="3141887"/>
                  <a:pt x="0" y="2069983"/>
                </a:cubicBezTo>
                <a:cubicBezTo>
                  <a:pt x="0" y="998079"/>
                  <a:pt x="814640" y="116446"/>
                  <a:pt x="1858573" y="10428"/>
                </a:cubicBezTo>
                <a:close/>
              </a:path>
            </a:pathLst>
          </a:custGeom>
          <a:gradFill flip="none" rotWithShape="1">
            <a:gsLst>
              <a:gs pos="7000">
                <a:schemeClr val="accent4">
                  <a:lumMod val="60000"/>
                  <a:lumOff val="40000"/>
                  <a:alpha val="3000"/>
                </a:schemeClr>
              </a:gs>
              <a:gs pos="100000">
                <a:schemeClr val="accent4">
                  <a:lumMod val="60000"/>
                  <a:lumOff val="40000"/>
                  <a:alpha val="3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9D4964-B2EC-43D1-3A21-5E98FB23ED7D}"/>
              </a:ext>
            </a:extLst>
          </p:cNvPr>
          <p:cNvSpPr>
            <a:spLocks noGrp="1"/>
          </p:cNvSpPr>
          <p:nvPr>
            <p:ph type="ctrTitle"/>
          </p:nvPr>
        </p:nvSpPr>
        <p:spPr>
          <a:xfrm>
            <a:off x="1524000" y="1104445"/>
            <a:ext cx="9144000" cy="2826182"/>
          </a:xfrm>
        </p:spPr>
        <p:txBody>
          <a:bodyPr anchor="ctr">
            <a:normAutofit/>
          </a:bodyPr>
          <a:lstStyle/>
          <a:p>
            <a:r>
              <a:rPr lang="en-US" sz="4400">
                <a:solidFill>
                  <a:schemeClr val="bg1"/>
                </a:solidFill>
              </a:rPr>
              <a:t>A200 Series </a:t>
            </a:r>
            <a:r>
              <a:rPr lang="en-US" sz="4400" dirty="0">
                <a:solidFill>
                  <a:schemeClr val="bg1"/>
                </a:solidFill>
              </a:rPr>
              <a:t>Solar Panel Array</a:t>
            </a:r>
          </a:p>
        </p:txBody>
      </p:sp>
    </p:spTree>
    <p:extLst>
      <p:ext uri="{BB962C8B-B14F-4D97-AF65-F5344CB8AC3E}">
        <p14:creationId xmlns:p14="http://schemas.microsoft.com/office/powerpoint/2010/main" val="209629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9475AE9-FDF3-FC5C-50F0-404D85876346}"/>
              </a:ext>
            </a:extLst>
          </p:cNvPr>
          <p:cNvSpPr>
            <a:spLocks noGrp="1"/>
          </p:cNvSpPr>
          <p:nvPr>
            <p:ph type="title"/>
          </p:nvPr>
        </p:nvSpPr>
        <p:spPr>
          <a:xfrm>
            <a:off x="387927" y="1028701"/>
            <a:ext cx="3248863" cy="3020785"/>
          </a:xfrm>
        </p:spPr>
        <p:txBody>
          <a:bodyPr>
            <a:normAutofit/>
          </a:bodyPr>
          <a:lstStyle/>
          <a:p>
            <a:pPr algn="r"/>
            <a:r>
              <a:rPr lang="en-US" sz="3200">
                <a:solidFill>
                  <a:schemeClr val="bg1"/>
                </a:solidFill>
              </a:rPr>
              <a:t>Agenda</a:t>
            </a:r>
          </a:p>
        </p:txBody>
      </p:sp>
      <p:sp>
        <p:nvSpPr>
          <p:cNvPr id="3" name="Content Placeholder 2">
            <a:extLst>
              <a:ext uri="{FF2B5EF4-FFF2-40B4-BE49-F238E27FC236}">
                <a16:creationId xmlns:a16="http://schemas.microsoft.com/office/drawing/2014/main" id="{345C74BB-FABF-4881-29C6-AC132F03877E}"/>
              </a:ext>
            </a:extLst>
          </p:cNvPr>
          <p:cNvSpPr>
            <a:spLocks noGrp="1"/>
          </p:cNvSpPr>
          <p:nvPr>
            <p:ph idx="1"/>
          </p:nvPr>
        </p:nvSpPr>
        <p:spPr>
          <a:xfrm>
            <a:off x="4777409" y="1028702"/>
            <a:ext cx="6273972" cy="4843462"/>
          </a:xfrm>
        </p:spPr>
        <p:txBody>
          <a:bodyPr>
            <a:normAutofit/>
          </a:bodyPr>
          <a:lstStyle/>
          <a:p>
            <a:r>
              <a:rPr lang="en-US" sz="1800"/>
              <a:t>Introduction</a:t>
            </a:r>
          </a:p>
          <a:p>
            <a:r>
              <a:rPr lang="en-US" sz="1800"/>
              <a:t>Solar Panel Specifications</a:t>
            </a:r>
          </a:p>
          <a:p>
            <a:r>
              <a:rPr lang="en-US" sz="1800"/>
              <a:t>Installation Guidelines</a:t>
            </a:r>
          </a:p>
          <a:p>
            <a:r>
              <a:rPr lang="en-US" sz="1800"/>
              <a:t>Maintenance Tips</a:t>
            </a:r>
          </a:p>
          <a:p>
            <a:r>
              <a:rPr lang="en-US" sz="1800"/>
              <a:t>Environmental Benefits</a:t>
            </a:r>
          </a:p>
          <a:p>
            <a:r>
              <a:rPr lang="en-US" sz="1800"/>
              <a:t>Cost Savings Over Time</a:t>
            </a:r>
          </a:p>
          <a:p>
            <a:r>
              <a:rPr lang="en-US" sz="1800"/>
              <a:t>MSRP Pricing and Discount Structure</a:t>
            </a:r>
          </a:p>
          <a:p>
            <a:r>
              <a:rPr lang="en-US" sz="1800"/>
              <a:t>Comparison of Panel Types</a:t>
            </a:r>
          </a:p>
          <a:p>
            <a:r>
              <a:rPr lang="en-US" sz="1800"/>
              <a:t>Diagrams for Clarity</a:t>
            </a:r>
          </a:p>
          <a:p>
            <a:r>
              <a:rPr lang="en-US" sz="1800"/>
              <a:t>Conclusion</a:t>
            </a:r>
          </a:p>
        </p:txBody>
      </p:sp>
    </p:spTree>
    <p:extLst>
      <p:ext uri="{BB962C8B-B14F-4D97-AF65-F5344CB8AC3E}">
        <p14:creationId xmlns:p14="http://schemas.microsoft.com/office/powerpoint/2010/main" val="875947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9C9F74-7CBB-F71C-676E-CF74C306EC99}"/>
              </a:ext>
            </a:extLst>
          </p:cNvPr>
          <p:cNvSpPr>
            <a:spLocks noGrp="1"/>
          </p:cNvSpPr>
          <p:nvPr>
            <p:ph type="title"/>
          </p:nvPr>
        </p:nvSpPr>
        <p:spPr>
          <a:xfrm>
            <a:off x="1135856" y="908649"/>
            <a:ext cx="4079720" cy="3977676"/>
          </a:xfrm>
        </p:spPr>
        <p:txBody>
          <a:bodyPr anchor="t">
            <a:normAutofit/>
          </a:bodyPr>
          <a:lstStyle/>
          <a:p>
            <a:pPr algn="r"/>
            <a:r>
              <a:rPr lang="en-US" sz="2800"/>
              <a:t>Introduction</a:t>
            </a:r>
          </a:p>
        </p:txBody>
      </p:sp>
      <p:sp>
        <p:nvSpPr>
          <p:cNvPr id="3" name="Content Placeholder 2">
            <a:extLst>
              <a:ext uri="{FF2B5EF4-FFF2-40B4-BE49-F238E27FC236}">
                <a16:creationId xmlns:a16="http://schemas.microsoft.com/office/drawing/2014/main" id="{A7793086-E4DD-4211-1B1E-51BCAB85D9E1}"/>
              </a:ext>
            </a:extLst>
          </p:cNvPr>
          <p:cNvSpPr>
            <a:spLocks noGrp="1"/>
          </p:cNvSpPr>
          <p:nvPr>
            <p:ph idx="1"/>
          </p:nvPr>
        </p:nvSpPr>
        <p:spPr>
          <a:xfrm>
            <a:off x="5701896" y="964889"/>
            <a:ext cx="5118505" cy="4909137"/>
          </a:xfrm>
        </p:spPr>
        <p:txBody>
          <a:bodyPr>
            <a:normAutofit/>
          </a:bodyPr>
          <a:lstStyle/>
          <a:p>
            <a:pPr>
              <a:lnSpc>
                <a:spcPct val="110000"/>
              </a:lnSpc>
            </a:pPr>
            <a:r>
              <a:rPr lang="en-US" sz="1800"/>
              <a:t>Efficiency Metrics</a:t>
            </a:r>
          </a:p>
          <a:p>
            <a:pPr lvl="1">
              <a:lnSpc>
                <a:spcPct val="110000"/>
              </a:lnSpc>
            </a:pPr>
            <a:r>
              <a:rPr lang="en-US" sz="1800"/>
              <a:t>Details on energy conversion rates</a:t>
            </a:r>
          </a:p>
          <a:p>
            <a:pPr lvl="1">
              <a:lnSpc>
                <a:spcPct val="110000"/>
              </a:lnSpc>
            </a:pPr>
            <a:r>
              <a:rPr lang="en-US" sz="1800"/>
              <a:t>Comparison of different panel types</a:t>
            </a:r>
          </a:p>
          <a:p>
            <a:pPr>
              <a:lnSpc>
                <a:spcPct val="110000"/>
              </a:lnSpc>
            </a:pPr>
            <a:r>
              <a:rPr lang="en-US" sz="1800"/>
              <a:t>Installation Guidelines</a:t>
            </a:r>
          </a:p>
          <a:p>
            <a:pPr lvl="1">
              <a:lnSpc>
                <a:spcPct val="110000"/>
              </a:lnSpc>
            </a:pPr>
            <a:r>
              <a:rPr lang="en-US" sz="1800"/>
              <a:t>Step-by-step installation process</a:t>
            </a:r>
          </a:p>
          <a:p>
            <a:pPr lvl="1">
              <a:lnSpc>
                <a:spcPct val="110000"/>
              </a:lnSpc>
            </a:pPr>
            <a:r>
              <a:rPr lang="en-US" sz="1800"/>
              <a:t>Safety precautions</a:t>
            </a:r>
          </a:p>
          <a:p>
            <a:pPr>
              <a:lnSpc>
                <a:spcPct val="110000"/>
              </a:lnSpc>
            </a:pPr>
            <a:r>
              <a:rPr lang="en-US" sz="1800"/>
              <a:t>Maintenance Tips</a:t>
            </a:r>
          </a:p>
          <a:p>
            <a:pPr lvl="1">
              <a:lnSpc>
                <a:spcPct val="110000"/>
              </a:lnSpc>
            </a:pPr>
            <a:r>
              <a:rPr lang="en-US" sz="1800"/>
              <a:t>Regular cleaning schedules</a:t>
            </a:r>
          </a:p>
          <a:p>
            <a:pPr lvl="1">
              <a:lnSpc>
                <a:spcPct val="110000"/>
              </a:lnSpc>
            </a:pPr>
            <a:r>
              <a:rPr lang="en-US" sz="1800"/>
              <a:t>Inspection routines</a:t>
            </a:r>
          </a:p>
          <a:p>
            <a:pPr>
              <a:lnSpc>
                <a:spcPct val="110000"/>
              </a:lnSpc>
            </a:pPr>
            <a:r>
              <a:rPr lang="en-US" sz="1800"/>
              <a:t>Environmental Benefits</a:t>
            </a:r>
          </a:p>
          <a:p>
            <a:pPr>
              <a:lnSpc>
                <a:spcPct val="110000"/>
              </a:lnSpc>
            </a:pPr>
            <a:r>
              <a:rPr lang="en-US" sz="1800"/>
              <a:t>Potential Cost Savings</a:t>
            </a:r>
          </a:p>
          <a:p>
            <a:pPr>
              <a:lnSpc>
                <a:spcPct val="110000"/>
              </a:lnSpc>
            </a:pPr>
            <a:r>
              <a:rPr lang="en-US" sz="1800"/>
              <a:t>Comparison of Solar Panels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888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21166-1097-5320-2D72-DA4582672A7D}"/>
              </a:ext>
            </a:extLst>
          </p:cNvPr>
          <p:cNvSpPr>
            <a:spLocks noGrp="1"/>
          </p:cNvSpPr>
          <p:nvPr>
            <p:ph type="title"/>
          </p:nvPr>
        </p:nvSpPr>
        <p:spPr>
          <a:xfrm>
            <a:off x="1135856" y="908649"/>
            <a:ext cx="4079720" cy="3977676"/>
          </a:xfrm>
        </p:spPr>
        <p:txBody>
          <a:bodyPr anchor="t">
            <a:normAutofit/>
          </a:bodyPr>
          <a:lstStyle/>
          <a:p>
            <a:pPr algn="r"/>
            <a:r>
              <a:rPr lang="en-US" sz="2500"/>
              <a:t>Solar Panel Specifications</a:t>
            </a:r>
          </a:p>
        </p:txBody>
      </p:sp>
      <p:sp>
        <p:nvSpPr>
          <p:cNvPr id="3" name="Content Placeholder 2">
            <a:extLst>
              <a:ext uri="{FF2B5EF4-FFF2-40B4-BE49-F238E27FC236}">
                <a16:creationId xmlns:a16="http://schemas.microsoft.com/office/drawing/2014/main" id="{D30BBA75-16E3-DD2A-6836-53015F0A3303}"/>
              </a:ext>
            </a:extLst>
          </p:cNvPr>
          <p:cNvSpPr>
            <a:spLocks noGrp="1"/>
          </p:cNvSpPr>
          <p:nvPr>
            <p:ph idx="1"/>
          </p:nvPr>
        </p:nvSpPr>
        <p:spPr>
          <a:xfrm>
            <a:off x="5701896" y="964889"/>
            <a:ext cx="5118505" cy="4909137"/>
          </a:xfrm>
        </p:spPr>
        <p:txBody>
          <a:bodyPr>
            <a:normAutofit/>
          </a:bodyPr>
          <a:lstStyle/>
          <a:p>
            <a:pPr>
              <a:lnSpc>
                <a:spcPct val="110000"/>
              </a:lnSpc>
            </a:pPr>
            <a:r>
              <a:rPr lang="en-US" sz="1500"/>
              <a:t>Energy Conversion Efficiency</a:t>
            </a:r>
          </a:p>
          <a:p>
            <a:pPr lvl="1">
              <a:lnSpc>
                <a:spcPct val="110000"/>
              </a:lnSpc>
            </a:pPr>
            <a:r>
              <a:rPr lang="en-US" sz="1500"/>
              <a:t>Monocrystalline panels: 15-20% efficiency</a:t>
            </a:r>
          </a:p>
          <a:p>
            <a:pPr lvl="1">
              <a:lnSpc>
                <a:spcPct val="110000"/>
              </a:lnSpc>
            </a:pPr>
            <a:r>
              <a:rPr lang="en-US" sz="1500"/>
              <a:t>Polycrystalline panels: 13-16% efficiency</a:t>
            </a:r>
          </a:p>
          <a:p>
            <a:pPr>
              <a:lnSpc>
                <a:spcPct val="110000"/>
              </a:lnSpc>
            </a:pPr>
            <a:r>
              <a:rPr lang="en-US" sz="1500"/>
              <a:t>Temperature Coefficient</a:t>
            </a:r>
          </a:p>
          <a:p>
            <a:pPr lvl="1">
              <a:lnSpc>
                <a:spcPct val="110000"/>
              </a:lnSpc>
            </a:pPr>
            <a:r>
              <a:rPr lang="en-US" sz="1500"/>
              <a:t>Monocrystalline panels perform better in high temperatures</a:t>
            </a:r>
          </a:p>
          <a:p>
            <a:pPr>
              <a:lnSpc>
                <a:spcPct val="110000"/>
              </a:lnSpc>
            </a:pPr>
            <a:r>
              <a:rPr lang="en-US" sz="1500"/>
              <a:t>Durability and Lifespan</a:t>
            </a:r>
          </a:p>
          <a:p>
            <a:pPr lvl="1">
              <a:lnSpc>
                <a:spcPct val="110000"/>
              </a:lnSpc>
            </a:pPr>
            <a:r>
              <a:rPr lang="en-US" sz="1500"/>
              <a:t>Both types last 25-30 years</a:t>
            </a:r>
          </a:p>
          <a:p>
            <a:pPr lvl="1">
              <a:lnSpc>
                <a:spcPct val="110000"/>
              </a:lnSpc>
            </a:pPr>
            <a:r>
              <a:rPr lang="en-US" sz="1500"/>
              <a:t>Monocrystalline panels often have longer warranties</a:t>
            </a:r>
          </a:p>
          <a:p>
            <a:pPr>
              <a:lnSpc>
                <a:spcPct val="110000"/>
              </a:lnSpc>
            </a:pPr>
            <a:r>
              <a:rPr lang="en-US" sz="1500"/>
              <a:t>Monocrystalline Solar Panels</a:t>
            </a:r>
          </a:p>
          <a:p>
            <a:pPr lvl="1">
              <a:lnSpc>
                <a:spcPct val="110000"/>
              </a:lnSpc>
            </a:pPr>
            <a:r>
              <a:rPr lang="en-US" sz="1500"/>
              <a:t>Made from a single crystal structure</a:t>
            </a:r>
          </a:p>
          <a:p>
            <a:pPr lvl="1">
              <a:lnSpc>
                <a:spcPct val="110000"/>
              </a:lnSpc>
            </a:pPr>
            <a:r>
              <a:rPr lang="en-US" sz="1500"/>
              <a:t>High efficiency and sleek appearance</a:t>
            </a:r>
          </a:p>
          <a:p>
            <a:pPr>
              <a:lnSpc>
                <a:spcPct val="110000"/>
              </a:lnSpc>
            </a:pPr>
            <a:r>
              <a:rPr lang="en-US" sz="1500"/>
              <a:t>Polycrystalline Solar Panels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7741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1FC8C4E-7E89-EEF8-E384-D9D28EA8122F}"/>
              </a:ext>
            </a:extLst>
          </p:cNvPr>
          <p:cNvSpPr>
            <a:spLocks noGrp="1"/>
          </p:cNvSpPr>
          <p:nvPr>
            <p:ph type="title"/>
          </p:nvPr>
        </p:nvSpPr>
        <p:spPr>
          <a:xfrm>
            <a:off x="387927" y="1028701"/>
            <a:ext cx="3248863" cy="3020785"/>
          </a:xfrm>
        </p:spPr>
        <p:txBody>
          <a:bodyPr>
            <a:normAutofit/>
          </a:bodyPr>
          <a:lstStyle/>
          <a:p>
            <a:pPr algn="r"/>
            <a:r>
              <a:rPr lang="en-US" sz="3200">
                <a:solidFill>
                  <a:schemeClr val="bg1"/>
                </a:solidFill>
              </a:rPr>
              <a:t>Panel Types</a:t>
            </a:r>
          </a:p>
        </p:txBody>
      </p:sp>
      <p:sp>
        <p:nvSpPr>
          <p:cNvPr id="3" name="Content Placeholder 2">
            <a:extLst>
              <a:ext uri="{FF2B5EF4-FFF2-40B4-BE49-F238E27FC236}">
                <a16:creationId xmlns:a16="http://schemas.microsoft.com/office/drawing/2014/main" id="{60EADDB6-25CE-DB7F-8D3D-A3E2B9D8EA66}"/>
              </a:ext>
            </a:extLst>
          </p:cNvPr>
          <p:cNvSpPr>
            <a:spLocks noGrp="1"/>
          </p:cNvSpPr>
          <p:nvPr>
            <p:ph idx="1"/>
          </p:nvPr>
        </p:nvSpPr>
        <p:spPr>
          <a:xfrm>
            <a:off x="4777409" y="1028702"/>
            <a:ext cx="6273972" cy="4843462"/>
          </a:xfrm>
        </p:spPr>
        <p:txBody>
          <a:bodyPr>
            <a:normAutofit/>
          </a:bodyPr>
          <a:lstStyle/>
          <a:p>
            <a:r>
              <a:rPr lang="en-US" sz="1800"/>
              <a:t>Monocrystalline Solar Panels</a:t>
            </a:r>
          </a:p>
          <a:p>
            <a:pPr lvl="1"/>
            <a:r>
              <a:rPr lang="en-US" sz="1800"/>
              <a:t>Made from a single crystal structure</a:t>
            </a:r>
          </a:p>
          <a:p>
            <a:pPr lvl="1"/>
            <a:r>
              <a:rPr lang="en-US" sz="1800"/>
              <a:t>High efficiency and sleek appearance</a:t>
            </a:r>
          </a:p>
          <a:p>
            <a:pPr lvl="1"/>
            <a:r>
              <a:rPr lang="en-US" sz="1800"/>
              <a:t>Efficiency rate of 15-20%</a:t>
            </a:r>
          </a:p>
          <a:p>
            <a:r>
              <a:rPr lang="en-US" sz="1800"/>
              <a:t>Polycrystalline Solar Panels</a:t>
            </a:r>
          </a:p>
          <a:p>
            <a:pPr lvl="1"/>
            <a:r>
              <a:rPr lang="en-US" sz="1800"/>
              <a:t>Composed of multiple silicon crystals</a:t>
            </a:r>
          </a:p>
          <a:p>
            <a:pPr lvl="1"/>
            <a:r>
              <a:rPr lang="en-US" sz="1800"/>
              <a:t>Generally less expensive</a:t>
            </a:r>
          </a:p>
          <a:p>
            <a:pPr lvl="1"/>
            <a:r>
              <a:rPr lang="en-US" sz="1800"/>
              <a:t>Efficiency rate of 13-16%</a:t>
            </a:r>
          </a:p>
        </p:txBody>
      </p:sp>
    </p:spTree>
    <p:extLst>
      <p:ext uri="{BB962C8B-B14F-4D97-AF65-F5344CB8AC3E}">
        <p14:creationId xmlns:p14="http://schemas.microsoft.com/office/powerpoint/2010/main" val="2920553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2C7A9B8-6EB8-3054-BB5C-FC67AFF34D67}"/>
              </a:ext>
            </a:extLst>
          </p:cNvPr>
          <p:cNvSpPr>
            <a:spLocks noGrp="1"/>
          </p:cNvSpPr>
          <p:nvPr>
            <p:ph type="title"/>
          </p:nvPr>
        </p:nvSpPr>
        <p:spPr>
          <a:xfrm>
            <a:off x="387927" y="1028701"/>
            <a:ext cx="3248863" cy="3020785"/>
          </a:xfrm>
        </p:spPr>
        <p:txBody>
          <a:bodyPr>
            <a:normAutofit/>
          </a:bodyPr>
          <a:lstStyle/>
          <a:p>
            <a:pPr algn="r"/>
            <a:r>
              <a:rPr lang="en-US" sz="3000">
                <a:solidFill>
                  <a:schemeClr val="bg1"/>
                </a:solidFill>
              </a:rPr>
              <a:t>Efficiency Metrics</a:t>
            </a:r>
          </a:p>
        </p:txBody>
      </p:sp>
      <p:sp>
        <p:nvSpPr>
          <p:cNvPr id="3" name="Content Placeholder 2">
            <a:extLst>
              <a:ext uri="{FF2B5EF4-FFF2-40B4-BE49-F238E27FC236}">
                <a16:creationId xmlns:a16="http://schemas.microsoft.com/office/drawing/2014/main" id="{C22C59C8-D383-8E43-97CC-A1E7CB061642}"/>
              </a:ext>
            </a:extLst>
          </p:cNvPr>
          <p:cNvSpPr>
            <a:spLocks noGrp="1"/>
          </p:cNvSpPr>
          <p:nvPr>
            <p:ph idx="1"/>
          </p:nvPr>
        </p:nvSpPr>
        <p:spPr>
          <a:xfrm>
            <a:off x="4777409" y="1028702"/>
            <a:ext cx="6273972" cy="4843462"/>
          </a:xfrm>
        </p:spPr>
        <p:txBody>
          <a:bodyPr>
            <a:normAutofit/>
          </a:bodyPr>
          <a:lstStyle/>
          <a:p>
            <a:r>
              <a:rPr lang="en-US" sz="1800"/>
              <a:t>Energy Conversion Efficiency</a:t>
            </a:r>
          </a:p>
          <a:p>
            <a:pPr lvl="1"/>
            <a:r>
              <a:rPr lang="en-US" sz="1800"/>
              <a:t>Monocrystalline panels: 15-20%</a:t>
            </a:r>
          </a:p>
          <a:p>
            <a:pPr lvl="1"/>
            <a:r>
              <a:rPr lang="en-US" sz="1800"/>
              <a:t>Polycrystalline panels: 13-16%</a:t>
            </a:r>
          </a:p>
          <a:p>
            <a:r>
              <a:rPr lang="en-US" sz="1800"/>
              <a:t>Temperature Coefficient</a:t>
            </a:r>
          </a:p>
          <a:p>
            <a:pPr lvl="1"/>
            <a:r>
              <a:rPr lang="en-US" sz="1800"/>
              <a:t>Monocrystalline panels perform better in high temperatures</a:t>
            </a:r>
          </a:p>
          <a:p>
            <a:pPr lvl="1"/>
            <a:r>
              <a:rPr lang="en-US" sz="1800"/>
              <a:t>Lower temperature coefficient for monocrystalline panels</a:t>
            </a:r>
          </a:p>
          <a:p>
            <a:r>
              <a:rPr lang="en-US" sz="1800"/>
              <a:t>Durability and Lifespan</a:t>
            </a:r>
          </a:p>
          <a:p>
            <a:pPr lvl="1"/>
            <a:r>
              <a:rPr lang="en-US" sz="1800"/>
              <a:t>Both types last 25-30 years</a:t>
            </a:r>
          </a:p>
          <a:p>
            <a:pPr lvl="1"/>
            <a:r>
              <a:rPr lang="en-US" sz="1800"/>
              <a:t>Monocrystalline panels often have longer warranties</a:t>
            </a:r>
          </a:p>
        </p:txBody>
      </p:sp>
    </p:spTree>
    <p:extLst>
      <p:ext uri="{BB962C8B-B14F-4D97-AF65-F5344CB8AC3E}">
        <p14:creationId xmlns:p14="http://schemas.microsoft.com/office/powerpoint/2010/main" val="1337242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B55190-B282-B75C-E401-6EC0AC4831D3}"/>
              </a:ext>
            </a:extLst>
          </p:cNvPr>
          <p:cNvSpPr>
            <a:spLocks noGrp="1"/>
          </p:cNvSpPr>
          <p:nvPr>
            <p:ph type="title"/>
          </p:nvPr>
        </p:nvSpPr>
        <p:spPr>
          <a:xfrm>
            <a:off x="1135856" y="908649"/>
            <a:ext cx="4079720" cy="3977676"/>
          </a:xfrm>
        </p:spPr>
        <p:txBody>
          <a:bodyPr anchor="t">
            <a:normAutofit/>
          </a:bodyPr>
          <a:lstStyle/>
          <a:p>
            <a:pPr algn="r"/>
            <a:r>
              <a:rPr lang="en-US" sz="3100"/>
              <a:t>Installation Guidelines</a:t>
            </a:r>
          </a:p>
        </p:txBody>
      </p:sp>
      <p:sp>
        <p:nvSpPr>
          <p:cNvPr id="3" name="Content Placeholder 2">
            <a:extLst>
              <a:ext uri="{FF2B5EF4-FFF2-40B4-BE49-F238E27FC236}">
                <a16:creationId xmlns:a16="http://schemas.microsoft.com/office/drawing/2014/main" id="{F6B8FDFA-BA55-E293-3992-BE7D026F6199}"/>
              </a:ext>
            </a:extLst>
          </p:cNvPr>
          <p:cNvSpPr>
            <a:spLocks noGrp="1"/>
          </p:cNvSpPr>
          <p:nvPr>
            <p:ph idx="1"/>
          </p:nvPr>
        </p:nvSpPr>
        <p:spPr>
          <a:xfrm>
            <a:off x="5701896" y="964889"/>
            <a:ext cx="5118505" cy="4909137"/>
          </a:xfrm>
        </p:spPr>
        <p:txBody>
          <a:bodyPr>
            <a:normAutofit/>
          </a:bodyPr>
          <a:lstStyle/>
          <a:p>
            <a:pPr>
              <a:lnSpc>
                <a:spcPct val="110000"/>
              </a:lnSpc>
            </a:pPr>
            <a:r>
              <a:rPr lang="en-US" sz="1800"/>
              <a:t>Roof Structure Analysis</a:t>
            </a:r>
          </a:p>
          <a:p>
            <a:pPr lvl="1">
              <a:lnSpc>
                <a:spcPct val="110000"/>
              </a:lnSpc>
            </a:pPr>
            <a:r>
              <a:rPr lang="en-US" sz="1800"/>
              <a:t>Ensure roof can support solar panel weight</a:t>
            </a:r>
          </a:p>
          <a:p>
            <a:pPr lvl="1">
              <a:lnSpc>
                <a:spcPct val="110000"/>
              </a:lnSpc>
            </a:pPr>
            <a:r>
              <a:rPr lang="en-US" sz="1800"/>
              <a:t>Evaluate roof's orientation and tilt angle</a:t>
            </a:r>
          </a:p>
          <a:p>
            <a:pPr lvl="1">
              <a:lnSpc>
                <a:spcPct val="110000"/>
              </a:lnSpc>
            </a:pPr>
            <a:r>
              <a:rPr lang="en-US" sz="1800"/>
              <a:t>Identify potential shading issues</a:t>
            </a:r>
          </a:p>
          <a:p>
            <a:pPr>
              <a:lnSpc>
                <a:spcPct val="110000"/>
              </a:lnSpc>
            </a:pPr>
            <a:r>
              <a:rPr lang="en-US" sz="1800"/>
              <a:t>Mounting the Panels</a:t>
            </a:r>
          </a:p>
          <a:p>
            <a:pPr lvl="1">
              <a:lnSpc>
                <a:spcPct val="110000"/>
              </a:lnSpc>
            </a:pPr>
            <a:r>
              <a:rPr lang="en-US" sz="1800"/>
              <a:t>Use a sturdy mounting system</a:t>
            </a:r>
          </a:p>
          <a:p>
            <a:pPr lvl="1">
              <a:lnSpc>
                <a:spcPct val="110000"/>
              </a:lnSpc>
            </a:pPr>
            <a:r>
              <a:rPr lang="en-US" sz="1800"/>
              <a:t>Install panels at optimal tilt angle (30-45 degrees)</a:t>
            </a:r>
          </a:p>
          <a:p>
            <a:pPr lvl="1">
              <a:lnSpc>
                <a:spcPct val="110000"/>
              </a:lnSpc>
            </a:pPr>
            <a:r>
              <a:rPr lang="en-US" sz="1800"/>
              <a:t>Ensure proper spacing between panels</a:t>
            </a:r>
          </a:p>
          <a:p>
            <a:pPr>
              <a:lnSpc>
                <a:spcPct val="110000"/>
              </a:lnSpc>
            </a:pPr>
            <a:r>
              <a:rPr lang="en-US" sz="1800"/>
              <a:t>Electrical Connections</a:t>
            </a:r>
          </a:p>
          <a:p>
            <a:pPr lvl="1">
              <a:lnSpc>
                <a:spcPct val="110000"/>
              </a:lnSpc>
            </a:pPr>
            <a:r>
              <a:rPr lang="en-US" sz="1800"/>
              <a:t>Hire a certified electrician</a:t>
            </a:r>
          </a:p>
          <a:p>
            <a:pPr lvl="1">
              <a:lnSpc>
                <a:spcPct val="110000"/>
              </a:lnSpc>
            </a:pPr>
            <a:r>
              <a:rPr lang="en-US" sz="1800"/>
              <a:t>Install an inverter for DC to AC conversion</a:t>
            </a:r>
          </a:p>
          <a:p>
            <a:pPr lvl="1">
              <a:lnSpc>
                <a:spcPct val="110000"/>
              </a:lnSpc>
            </a:pPr>
            <a:r>
              <a:rPr lang="en-US" sz="1800"/>
              <a:t>Consider a battery storage system</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101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A50BD1-1343-F2EF-175A-1A9BB509D6BA}"/>
              </a:ext>
            </a:extLst>
          </p:cNvPr>
          <p:cNvSpPr>
            <a:spLocks noGrp="1"/>
          </p:cNvSpPr>
          <p:nvPr>
            <p:ph type="title"/>
          </p:nvPr>
        </p:nvSpPr>
        <p:spPr>
          <a:xfrm>
            <a:off x="1371600" y="457200"/>
            <a:ext cx="5268036" cy="2140145"/>
          </a:xfrm>
        </p:spPr>
        <p:txBody>
          <a:bodyPr vert="horz" lIns="0" tIns="0" rIns="0" bIns="0" rtlCol="0" anchor="b">
            <a:normAutofit/>
          </a:bodyPr>
          <a:lstStyle/>
          <a:p>
            <a:r>
              <a:rPr lang="en-US"/>
              <a:t>Site Assessment</a:t>
            </a:r>
          </a:p>
        </p:txBody>
      </p:sp>
      <p:sp>
        <p:nvSpPr>
          <p:cNvPr id="4" name="Content Placeholder 3">
            <a:extLst>
              <a:ext uri="{FF2B5EF4-FFF2-40B4-BE49-F238E27FC236}">
                <a16:creationId xmlns:a16="http://schemas.microsoft.com/office/drawing/2014/main" id="{6E9CF145-441D-E517-BF78-AE01FE6483C3}"/>
              </a:ext>
            </a:extLst>
          </p:cNvPr>
          <p:cNvSpPr>
            <a:spLocks noGrp="1"/>
          </p:cNvSpPr>
          <p:nvPr>
            <p:ph sz="half" idx="2"/>
          </p:nvPr>
        </p:nvSpPr>
        <p:spPr>
          <a:xfrm>
            <a:off x="1371599" y="3054545"/>
            <a:ext cx="5268037" cy="2567508"/>
          </a:xfrm>
        </p:spPr>
        <p:txBody>
          <a:bodyPr vert="horz" lIns="0" tIns="0" rIns="0" bIns="0" rtlCol="0" anchor="t">
            <a:normAutofit/>
          </a:bodyPr>
          <a:lstStyle/>
          <a:p>
            <a:r>
              <a:rPr lang="en-US" sz="1600"/>
              <a:t>Analyze Roof Structure</a:t>
            </a:r>
          </a:p>
          <a:p>
            <a:pPr lvl="1"/>
            <a:r>
              <a:rPr lang="en-US" sz="1600"/>
              <a:t>Ensure it can support the additional weight of solar panels</a:t>
            </a:r>
          </a:p>
          <a:p>
            <a:r>
              <a:rPr lang="en-US" sz="1600"/>
              <a:t>Evaluate Roof Orientation and Tilt</a:t>
            </a:r>
          </a:p>
          <a:p>
            <a:pPr lvl="1"/>
            <a:r>
              <a:rPr lang="en-US" sz="1600"/>
              <a:t>Maximize sunlight exposure</a:t>
            </a:r>
          </a:p>
          <a:p>
            <a:r>
              <a:rPr lang="en-US" sz="1600"/>
              <a:t>Identify Shading Issues</a:t>
            </a:r>
          </a:p>
          <a:p>
            <a:pPr lvl="1"/>
            <a:r>
              <a:rPr lang="en-US" sz="1600"/>
              <a:t>Check for shading from nearby trees or buildings</a:t>
            </a:r>
          </a:p>
        </p:txBody>
      </p:sp>
      <p:pic>
        <p:nvPicPr>
          <p:cNvPr id="5" name="Content Placeholder 4" descr="House roof with photovoltaic modules. Historic farm house with modern solar panels on roof and wall High quality photo">
            <a:extLst>
              <a:ext uri="{FF2B5EF4-FFF2-40B4-BE49-F238E27FC236}">
                <a16:creationId xmlns:a16="http://schemas.microsoft.com/office/drawing/2014/main" id="{61420CB6-98CE-40D4-B4BC-A0156FB6038B}"/>
              </a:ext>
            </a:extLst>
          </p:cNvPr>
          <p:cNvPicPr>
            <a:picLocks noGrp="1" noChangeAspect="1"/>
          </p:cNvPicPr>
          <p:nvPr>
            <p:ph sz="half" idx="1"/>
          </p:nvPr>
        </p:nvPicPr>
        <p:blipFill>
          <a:blip r:embed="rId3"/>
          <a:srcRect l="25667" r="7582" b="-1"/>
          <a:stretch/>
        </p:blipFill>
        <p:spPr>
          <a:xfrm>
            <a:off x="7047513" y="975645"/>
            <a:ext cx="4443447"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16" name="Rectangle 1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70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7744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16BA66-E3C2-764A-5184-033A8C0E65BC}"/>
              </a:ext>
            </a:extLst>
          </p:cNvPr>
          <p:cNvSpPr>
            <a:spLocks noGrp="1"/>
          </p:cNvSpPr>
          <p:nvPr>
            <p:ph type="title"/>
          </p:nvPr>
        </p:nvSpPr>
        <p:spPr>
          <a:xfrm>
            <a:off x="1371600" y="457200"/>
            <a:ext cx="4911393" cy="1556724"/>
          </a:xfrm>
        </p:spPr>
        <p:txBody>
          <a:bodyPr vert="horz" lIns="0" tIns="0" rIns="0" bIns="0" rtlCol="0" anchor="b">
            <a:normAutofit/>
          </a:bodyPr>
          <a:lstStyle/>
          <a:p>
            <a:r>
              <a:rPr lang="en-US"/>
              <a:t>Mounting the Panels</a:t>
            </a:r>
          </a:p>
        </p:txBody>
      </p:sp>
      <p:sp>
        <p:nvSpPr>
          <p:cNvPr id="4" name="Content Placeholder 3">
            <a:extLst>
              <a:ext uri="{FF2B5EF4-FFF2-40B4-BE49-F238E27FC236}">
                <a16:creationId xmlns:a16="http://schemas.microsoft.com/office/drawing/2014/main" id="{F6DC54DE-0096-DAB2-09EE-A15554A9D112}"/>
              </a:ext>
            </a:extLst>
          </p:cNvPr>
          <p:cNvSpPr>
            <a:spLocks noGrp="1"/>
          </p:cNvSpPr>
          <p:nvPr>
            <p:ph sz="half" idx="2"/>
          </p:nvPr>
        </p:nvSpPr>
        <p:spPr>
          <a:xfrm>
            <a:off x="1371601" y="2345635"/>
            <a:ext cx="4911392" cy="3583940"/>
          </a:xfrm>
        </p:spPr>
        <p:txBody>
          <a:bodyPr vert="horz" lIns="0" tIns="0" rIns="0" bIns="0" rtlCol="0" anchor="t">
            <a:normAutofit/>
          </a:bodyPr>
          <a:lstStyle/>
          <a:p>
            <a:r>
              <a:rPr lang="en-US" sz="1600"/>
              <a:t>Sturdy Mounting System</a:t>
            </a:r>
          </a:p>
          <a:p>
            <a:pPr lvl="1"/>
            <a:r>
              <a:rPr lang="en-US" sz="1600"/>
              <a:t>Withstand local weather conditions</a:t>
            </a:r>
          </a:p>
          <a:p>
            <a:pPr lvl="1"/>
            <a:r>
              <a:rPr lang="en-US" sz="1600"/>
              <a:t>High winds and heavy snow loads</a:t>
            </a:r>
          </a:p>
          <a:p>
            <a:r>
              <a:rPr lang="en-US" sz="1600"/>
              <a:t>Optimal Tilt Angle</a:t>
            </a:r>
          </a:p>
          <a:p>
            <a:pPr lvl="1"/>
            <a:r>
              <a:rPr lang="en-US" sz="1600"/>
              <a:t>Typically between 30-45 degrees</a:t>
            </a:r>
          </a:p>
          <a:p>
            <a:pPr lvl="1"/>
            <a:r>
              <a:rPr lang="en-US" sz="1600"/>
              <a:t>Maximize solar exposure</a:t>
            </a:r>
          </a:p>
          <a:p>
            <a:r>
              <a:rPr lang="en-US" sz="1600"/>
              <a:t>Proper Spacing Between Panels</a:t>
            </a:r>
          </a:p>
          <a:p>
            <a:pPr lvl="1"/>
            <a:r>
              <a:rPr lang="en-US" sz="1600"/>
              <a:t>Allow for thermal expansion</a:t>
            </a:r>
          </a:p>
          <a:p>
            <a:pPr lvl="1"/>
            <a:r>
              <a:rPr lang="en-US" sz="1600"/>
              <a:t>Ensure adequate ventilation</a:t>
            </a:r>
          </a:p>
        </p:txBody>
      </p:sp>
      <p:pic>
        <p:nvPicPr>
          <p:cNvPr id="5" name="Content Placeholder 4" descr="Solar panel. Photo-voltaic module. 3d illustration.">
            <a:extLst>
              <a:ext uri="{FF2B5EF4-FFF2-40B4-BE49-F238E27FC236}">
                <a16:creationId xmlns:a16="http://schemas.microsoft.com/office/drawing/2014/main" id="{FF7B29C7-5847-4F06-ABBD-4AE4B8CB15FC}"/>
              </a:ext>
            </a:extLst>
          </p:cNvPr>
          <p:cNvPicPr>
            <a:picLocks noGrp="1" noChangeAspect="1"/>
          </p:cNvPicPr>
          <p:nvPr>
            <p:ph sz="half" idx="1"/>
          </p:nvPr>
        </p:nvPicPr>
        <p:blipFill>
          <a:blip r:embed="rId3"/>
          <a:stretch>
            <a:fillRect/>
          </a:stretch>
        </p:blipFill>
        <p:spPr>
          <a:xfrm>
            <a:off x="6644639" y="1761780"/>
            <a:ext cx="5090161" cy="2863215"/>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1668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3DBD19-2077-E06A-CA91-5629278CE0EB}"/>
              </a:ext>
            </a:extLst>
          </p:cNvPr>
          <p:cNvSpPr>
            <a:spLocks noGrp="1"/>
          </p:cNvSpPr>
          <p:nvPr>
            <p:ph type="title"/>
          </p:nvPr>
        </p:nvSpPr>
        <p:spPr>
          <a:xfrm>
            <a:off x="1371600" y="457200"/>
            <a:ext cx="4911393" cy="1556724"/>
          </a:xfrm>
        </p:spPr>
        <p:txBody>
          <a:bodyPr vert="horz" lIns="0" tIns="0" rIns="0" bIns="0" rtlCol="0" anchor="b">
            <a:normAutofit/>
          </a:bodyPr>
          <a:lstStyle/>
          <a:p>
            <a:r>
              <a:rPr lang="en-US"/>
              <a:t>Electrical Connections</a:t>
            </a:r>
          </a:p>
        </p:txBody>
      </p:sp>
      <p:sp>
        <p:nvSpPr>
          <p:cNvPr id="4" name="Content Placeholder 3">
            <a:extLst>
              <a:ext uri="{FF2B5EF4-FFF2-40B4-BE49-F238E27FC236}">
                <a16:creationId xmlns:a16="http://schemas.microsoft.com/office/drawing/2014/main" id="{573D7A05-7A13-DE19-6E0D-4F84E6847DED}"/>
              </a:ext>
            </a:extLst>
          </p:cNvPr>
          <p:cNvSpPr>
            <a:spLocks noGrp="1"/>
          </p:cNvSpPr>
          <p:nvPr>
            <p:ph sz="half" idx="2"/>
          </p:nvPr>
        </p:nvSpPr>
        <p:spPr>
          <a:xfrm>
            <a:off x="1371601" y="2345635"/>
            <a:ext cx="4911392" cy="3583940"/>
          </a:xfrm>
        </p:spPr>
        <p:txBody>
          <a:bodyPr vert="horz" lIns="0" tIns="0" rIns="0" bIns="0" rtlCol="0" anchor="t">
            <a:normAutofit/>
          </a:bodyPr>
          <a:lstStyle/>
          <a:p>
            <a:r>
              <a:rPr lang="en-US" sz="1600"/>
              <a:t>Hire a Certified Electrician</a:t>
            </a:r>
          </a:p>
          <a:p>
            <a:pPr lvl="1"/>
            <a:r>
              <a:rPr lang="en-US" sz="1600"/>
              <a:t>Ensure safety and compliance with local codes</a:t>
            </a:r>
          </a:p>
          <a:p>
            <a:r>
              <a:rPr lang="en-US" sz="1600"/>
              <a:t>Install an Inverter</a:t>
            </a:r>
          </a:p>
          <a:p>
            <a:pPr lvl="1"/>
            <a:r>
              <a:rPr lang="en-US" sz="1600"/>
              <a:t>Convert DC electricity to AC electricity for home use</a:t>
            </a:r>
          </a:p>
          <a:p>
            <a:r>
              <a:rPr lang="en-US" sz="1600"/>
              <a:t>Consider Battery Storage System</a:t>
            </a:r>
          </a:p>
          <a:p>
            <a:pPr lvl="1"/>
            <a:r>
              <a:rPr lang="en-US" sz="1600"/>
              <a:t>Store energy for use during non-sunny periods</a:t>
            </a:r>
          </a:p>
        </p:txBody>
      </p:sp>
      <p:pic>
        <p:nvPicPr>
          <p:cNvPr id="5" name="Content Placeholder 4" descr="Electrician tradesman carrying out the final wiring of a residential property - connecting light switches">
            <a:extLst>
              <a:ext uri="{FF2B5EF4-FFF2-40B4-BE49-F238E27FC236}">
                <a16:creationId xmlns:a16="http://schemas.microsoft.com/office/drawing/2014/main" id="{496188CA-AF8D-4421-AB2B-A67CF1B22FCF}"/>
              </a:ext>
            </a:extLst>
          </p:cNvPr>
          <p:cNvPicPr>
            <a:picLocks noGrp="1" noChangeAspect="1"/>
          </p:cNvPicPr>
          <p:nvPr>
            <p:ph sz="half" idx="1"/>
          </p:nvPr>
        </p:nvPicPr>
        <p:blipFill>
          <a:blip r:embed="rId3"/>
          <a:stretch>
            <a:fillRect/>
          </a:stretch>
        </p:blipFill>
        <p:spPr>
          <a:xfrm>
            <a:off x="6877641" y="457200"/>
            <a:ext cx="4624156" cy="5472375"/>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4484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07849-3F1C-3018-3387-2BB00BF6C625}"/>
              </a:ext>
            </a:extLst>
          </p:cNvPr>
          <p:cNvSpPr>
            <a:spLocks noGrp="1"/>
          </p:cNvSpPr>
          <p:nvPr>
            <p:ph type="title"/>
          </p:nvPr>
        </p:nvSpPr>
        <p:spPr>
          <a:xfrm>
            <a:off x="1371600" y="457200"/>
            <a:ext cx="4911393" cy="1556724"/>
          </a:xfrm>
        </p:spPr>
        <p:txBody>
          <a:bodyPr vert="horz" lIns="0" tIns="0" rIns="0" bIns="0" rtlCol="0" anchor="b">
            <a:normAutofit/>
          </a:bodyPr>
          <a:lstStyle/>
          <a:p>
            <a:r>
              <a:rPr lang="en-US"/>
              <a:t>Maintenance Tips</a:t>
            </a:r>
          </a:p>
        </p:txBody>
      </p:sp>
      <p:sp>
        <p:nvSpPr>
          <p:cNvPr id="4" name="Content Placeholder 3">
            <a:extLst>
              <a:ext uri="{FF2B5EF4-FFF2-40B4-BE49-F238E27FC236}">
                <a16:creationId xmlns:a16="http://schemas.microsoft.com/office/drawing/2014/main" id="{0958A8B3-865B-960C-93A3-7C16C818CF79}"/>
              </a:ext>
            </a:extLst>
          </p:cNvPr>
          <p:cNvSpPr>
            <a:spLocks noGrp="1"/>
          </p:cNvSpPr>
          <p:nvPr>
            <p:ph sz="half" idx="2"/>
          </p:nvPr>
        </p:nvSpPr>
        <p:spPr>
          <a:xfrm>
            <a:off x="1371601" y="2345635"/>
            <a:ext cx="4911392" cy="3583940"/>
          </a:xfrm>
        </p:spPr>
        <p:txBody>
          <a:bodyPr vert="horz" lIns="0" tIns="0" rIns="0" bIns="0" rtlCol="0" anchor="t">
            <a:normAutofit/>
          </a:bodyPr>
          <a:lstStyle/>
          <a:p>
            <a:pPr>
              <a:lnSpc>
                <a:spcPct val="110000"/>
              </a:lnSpc>
            </a:pPr>
            <a:r>
              <a:rPr lang="en-US" sz="1600"/>
              <a:t>Regular Cleaning</a:t>
            </a:r>
          </a:p>
          <a:p>
            <a:pPr lvl="1">
              <a:lnSpc>
                <a:spcPct val="110000"/>
              </a:lnSpc>
            </a:pPr>
            <a:r>
              <a:rPr lang="en-US" sz="1600"/>
              <a:t>Remove dirt, dust, and debris to maintain efficiency</a:t>
            </a:r>
          </a:p>
          <a:p>
            <a:pPr>
              <a:lnSpc>
                <a:spcPct val="110000"/>
              </a:lnSpc>
            </a:pPr>
            <a:r>
              <a:rPr lang="en-US" sz="1600"/>
              <a:t>Inspection of Panels and Mounting System</a:t>
            </a:r>
          </a:p>
          <a:p>
            <a:pPr lvl="1">
              <a:lnSpc>
                <a:spcPct val="110000"/>
              </a:lnSpc>
            </a:pPr>
            <a:r>
              <a:rPr lang="en-US" sz="1600"/>
              <a:t>Look for signs of damage or wear, especially after severe weather</a:t>
            </a:r>
          </a:p>
          <a:p>
            <a:pPr>
              <a:lnSpc>
                <a:spcPct val="110000"/>
              </a:lnSpc>
            </a:pPr>
            <a:r>
              <a:rPr lang="en-US" sz="1600"/>
              <a:t>Electrical Connections and Inverter Check</a:t>
            </a:r>
          </a:p>
          <a:p>
            <a:pPr lvl="1">
              <a:lnSpc>
                <a:spcPct val="110000"/>
              </a:lnSpc>
            </a:pPr>
            <a:r>
              <a:rPr lang="en-US" sz="1600"/>
              <a:t>Ensure they are functioning correctly</a:t>
            </a:r>
          </a:p>
          <a:p>
            <a:pPr>
              <a:lnSpc>
                <a:spcPct val="110000"/>
              </a:lnSpc>
            </a:pPr>
            <a:r>
              <a:rPr lang="en-US" sz="1600"/>
              <a:t>Professional Inspections and Maintenance</a:t>
            </a:r>
          </a:p>
          <a:p>
            <a:pPr lvl="1">
              <a:lnSpc>
                <a:spcPct val="110000"/>
              </a:lnSpc>
            </a:pPr>
            <a:r>
              <a:rPr lang="en-US" sz="1600"/>
              <a:t>Schedule at least once a year for optimal performance</a:t>
            </a:r>
          </a:p>
        </p:txBody>
      </p:sp>
      <p:pic>
        <p:nvPicPr>
          <p:cNvPr id="5" name="Content Placeholder 4" descr="Solar panel serviceman walking on the roof.">
            <a:extLst>
              <a:ext uri="{FF2B5EF4-FFF2-40B4-BE49-F238E27FC236}">
                <a16:creationId xmlns:a16="http://schemas.microsoft.com/office/drawing/2014/main" id="{901D4C68-E2E7-423C-9A10-710F9E804E8B}"/>
              </a:ext>
            </a:extLst>
          </p:cNvPr>
          <p:cNvPicPr>
            <a:picLocks noGrp="1" noChangeAspect="1"/>
          </p:cNvPicPr>
          <p:nvPr>
            <p:ph sz="half" idx="1"/>
          </p:nvPr>
        </p:nvPicPr>
        <p:blipFill>
          <a:blip r:embed="rId3"/>
          <a:stretch>
            <a:fillRect/>
          </a:stretch>
        </p:blipFill>
        <p:spPr>
          <a:xfrm>
            <a:off x="7363314" y="457200"/>
            <a:ext cx="3652810" cy="5472375"/>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7948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6" name="Rectangle 15">
            <a:extLst>
              <a:ext uri="{FF2B5EF4-FFF2-40B4-BE49-F238E27FC236}">
                <a16:creationId xmlns:a16="http://schemas.microsoft.com/office/drawing/2014/main" id="{81097DDE-1D45-40A7-9F85-72AD9472A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C4FE2-5362-FB30-4461-17307BE10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tx2">
                  <a:lumMod val="50000"/>
                  <a:lumOff val="50000"/>
                  <a:alpha val="3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olar panels on the roof of an administrative building. Black wall panels.">
            <a:extLst>
              <a:ext uri="{FF2B5EF4-FFF2-40B4-BE49-F238E27FC236}">
                <a16:creationId xmlns:a16="http://schemas.microsoft.com/office/drawing/2014/main" id="{12C322E5-B81F-4D77-B67F-EC984B5AC324}"/>
              </a:ext>
            </a:extLst>
          </p:cNvPr>
          <p:cNvPicPr>
            <a:picLocks noGrp="1" noChangeAspect="1"/>
          </p:cNvPicPr>
          <p:nvPr>
            <p:ph sz="half" idx="1"/>
          </p:nvPr>
        </p:nvPicPr>
        <p:blipFill>
          <a:blip r:embed="rId3"/>
          <a:srcRect l="14262" r="11167" b="-1"/>
          <a:stretch/>
        </p:blipFill>
        <p:spPr>
          <a:xfrm>
            <a:off x="614679" y="1901952"/>
            <a:ext cx="4801194" cy="4297680"/>
          </a:xfrm>
          <a:prstGeom prst="rect">
            <a:avLst/>
          </a:prstGeom>
        </p:spPr>
      </p:pic>
      <p:sp>
        <p:nvSpPr>
          <p:cNvPr id="2" name="Title 1">
            <a:extLst>
              <a:ext uri="{FF2B5EF4-FFF2-40B4-BE49-F238E27FC236}">
                <a16:creationId xmlns:a16="http://schemas.microsoft.com/office/drawing/2014/main" id="{D0585382-F747-C2F9-97D2-B5806AAD120D}"/>
              </a:ext>
            </a:extLst>
          </p:cNvPr>
          <p:cNvSpPr>
            <a:spLocks noGrp="1"/>
          </p:cNvSpPr>
          <p:nvPr>
            <p:ph type="title"/>
          </p:nvPr>
        </p:nvSpPr>
        <p:spPr>
          <a:xfrm>
            <a:off x="614679" y="457200"/>
            <a:ext cx="4779572" cy="1298448"/>
          </a:xfrm>
        </p:spPr>
        <p:txBody>
          <a:bodyPr vert="horz" lIns="0" tIns="0" rIns="0" bIns="0" rtlCol="0" anchor="t">
            <a:normAutofit/>
          </a:bodyPr>
          <a:lstStyle/>
          <a:p>
            <a:r>
              <a:rPr lang="en-US" sz="3100"/>
              <a:t>Environmental Benefits</a:t>
            </a:r>
          </a:p>
        </p:txBody>
      </p:sp>
      <p:sp>
        <p:nvSpPr>
          <p:cNvPr id="4" name="Content Placeholder 3">
            <a:extLst>
              <a:ext uri="{FF2B5EF4-FFF2-40B4-BE49-F238E27FC236}">
                <a16:creationId xmlns:a16="http://schemas.microsoft.com/office/drawing/2014/main" id="{3E5AB1B5-142C-35EA-498B-3920244DD8CC}"/>
              </a:ext>
            </a:extLst>
          </p:cNvPr>
          <p:cNvSpPr>
            <a:spLocks noGrp="1"/>
          </p:cNvSpPr>
          <p:nvPr>
            <p:ph sz="half" idx="2"/>
          </p:nvPr>
        </p:nvSpPr>
        <p:spPr>
          <a:xfrm>
            <a:off x="6030550" y="457201"/>
            <a:ext cx="5639127" cy="5760720"/>
          </a:xfrm>
        </p:spPr>
        <p:txBody>
          <a:bodyPr vert="horz" lIns="0" tIns="0" rIns="0" bIns="0" rtlCol="0" anchor="t">
            <a:normAutofit/>
          </a:bodyPr>
          <a:lstStyle/>
          <a:p>
            <a:r>
              <a:rPr lang="en-US" sz="1800"/>
              <a:t>Reduction in Carbon Footprint</a:t>
            </a:r>
          </a:p>
          <a:p>
            <a:pPr lvl="1"/>
            <a:r>
              <a:rPr lang="en-US" sz="1800"/>
              <a:t>Solar panels produce clean, renewable energy</a:t>
            </a:r>
          </a:p>
          <a:p>
            <a:pPr lvl="1"/>
            <a:r>
              <a:rPr lang="en-US" sz="1800"/>
              <a:t>Reduces reliance on fossil fuels</a:t>
            </a:r>
          </a:p>
          <a:p>
            <a:pPr lvl="1"/>
            <a:r>
              <a:rPr lang="en-US" sz="1800"/>
              <a:t>Lowers greenhouse gas emissions</a:t>
            </a:r>
          </a:p>
          <a:p>
            <a:r>
              <a:rPr lang="en-US" sz="1800"/>
              <a:t>Energy Independence</a:t>
            </a:r>
          </a:p>
          <a:p>
            <a:pPr lvl="1"/>
            <a:r>
              <a:rPr lang="en-US" sz="1800"/>
              <a:t>Generate your own electricity</a:t>
            </a:r>
          </a:p>
          <a:p>
            <a:pPr lvl="1"/>
            <a:r>
              <a:rPr lang="en-US" sz="1800"/>
              <a:t>Reduce dependence on the grid</a:t>
            </a:r>
          </a:p>
          <a:p>
            <a:pPr lvl="1"/>
            <a:r>
              <a:rPr lang="en-US" sz="1800"/>
              <a:t>Contribute to energy security</a:t>
            </a:r>
          </a:p>
          <a:p>
            <a:r>
              <a:rPr lang="en-US" sz="1800"/>
              <a:t>Sustainable Investment</a:t>
            </a:r>
          </a:p>
          <a:p>
            <a:pPr lvl="1"/>
            <a:r>
              <a:rPr lang="en-US" sz="1800"/>
              <a:t>Abundant resource</a:t>
            </a:r>
          </a:p>
          <a:p>
            <a:pPr lvl="1"/>
            <a:r>
              <a:rPr lang="en-US" sz="1800"/>
              <a:t>Can be harnessed without depleting natural resources</a:t>
            </a:r>
          </a:p>
          <a:p>
            <a:pPr lvl="1"/>
            <a:r>
              <a:rPr lang="en-US" sz="1800"/>
              <a:t>Environmentally friendly</a:t>
            </a:r>
          </a:p>
        </p:txBody>
      </p:sp>
    </p:spTree>
    <p:extLst>
      <p:ext uri="{BB962C8B-B14F-4D97-AF65-F5344CB8AC3E}">
        <p14:creationId xmlns:p14="http://schemas.microsoft.com/office/powerpoint/2010/main" val="1618066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69C33-5756-E5CD-8F1B-FD0CF5AF85D9}"/>
              </a:ext>
            </a:extLst>
          </p:cNvPr>
          <p:cNvSpPr>
            <a:spLocks noGrp="1"/>
          </p:cNvSpPr>
          <p:nvPr>
            <p:ph type="title"/>
          </p:nvPr>
        </p:nvSpPr>
        <p:spPr>
          <a:xfrm>
            <a:off x="1135856" y="908649"/>
            <a:ext cx="4079720" cy="3977676"/>
          </a:xfrm>
        </p:spPr>
        <p:txBody>
          <a:bodyPr anchor="t">
            <a:normAutofit/>
          </a:bodyPr>
          <a:lstStyle/>
          <a:p>
            <a:pPr algn="r"/>
            <a:r>
              <a:rPr lang="en-US" sz="4000"/>
              <a:t>Cost Savings Over Time</a:t>
            </a:r>
          </a:p>
        </p:txBody>
      </p:sp>
      <p:sp>
        <p:nvSpPr>
          <p:cNvPr id="3" name="Content Placeholder 2">
            <a:extLst>
              <a:ext uri="{FF2B5EF4-FFF2-40B4-BE49-F238E27FC236}">
                <a16:creationId xmlns:a16="http://schemas.microsoft.com/office/drawing/2014/main" id="{621A45B4-A741-864F-3C2E-33E5698A3053}"/>
              </a:ext>
            </a:extLst>
          </p:cNvPr>
          <p:cNvSpPr>
            <a:spLocks noGrp="1"/>
          </p:cNvSpPr>
          <p:nvPr>
            <p:ph idx="1"/>
          </p:nvPr>
        </p:nvSpPr>
        <p:spPr>
          <a:xfrm>
            <a:off x="5701896" y="964889"/>
            <a:ext cx="5118505" cy="4909137"/>
          </a:xfrm>
        </p:spPr>
        <p:txBody>
          <a:bodyPr>
            <a:normAutofit/>
          </a:bodyPr>
          <a:lstStyle/>
          <a:p>
            <a:pPr>
              <a:lnSpc>
                <a:spcPct val="110000"/>
              </a:lnSpc>
            </a:pPr>
            <a:r>
              <a:rPr lang="en-US" sz="1500"/>
              <a:t>Initial Investment</a:t>
            </a:r>
          </a:p>
          <a:p>
            <a:pPr lvl="1">
              <a:lnSpc>
                <a:spcPct val="110000"/>
              </a:lnSpc>
            </a:pPr>
            <a:r>
              <a:rPr lang="en-US" sz="1500"/>
              <a:t>Upfront cost can be significant</a:t>
            </a:r>
          </a:p>
          <a:p>
            <a:pPr lvl="1">
              <a:lnSpc>
                <a:spcPct val="110000"/>
              </a:lnSpc>
            </a:pPr>
            <a:r>
              <a:rPr lang="en-US" sz="1500"/>
              <a:t>Incentives and tax credits available to reduce financial burden</a:t>
            </a:r>
          </a:p>
          <a:p>
            <a:pPr>
              <a:lnSpc>
                <a:spcPct val="110000"/>
              </a:lnSpc>
            </a:pPr>
            <a:r>
              <a:rPr lang="en-US" sz="1500"/>
              <a:t>Energy Bill Savings</a:t>
            </a:r>
          </a:p>
          <a:p>
            <a:pPr lvl="1">
              <a:lnSpc>
                <a:spcPct val="110000"/>
              </a:lnSpc>
            </a:pPr>
            <a:r>
              <a:rPr lang="en-US" sz="1500"/>
              <a:t>Can significantly reduce or eliminate monthly electricity bills</a:t>
            </a:r>
          </a:p>
          <a:p>
            <a:pPr lvl="1">
              <a:lnSpc>
                <a:spcPct val="110000"/>
              </a:lnSpc>
            </a:pPr>
            <a:r>
              <a:rPr lang="en-US" sz="1500"/>
              <a:t>Leads to substantial savings over time</a:t>
            </a:r>
          </a:p>
          <a:p>
            <a:pPr>
              <a:lnSpc>
                <a:spcPct val="110000"/>
              </a:lnSpc>
            </a:pPr>
            <a:r>
              <a:rPr lang="en-US" sz="1500"/>
              <a:t>Return on Investment</a:t>
            </a:r>
          </a:p>
          <a:p>
            <a:pPr lvl="1">
              <a:lnSpc>
                <a:spcPct val="110000"/>
              </a:lnSpc>
            </a:pPr>
            <a:r>
              <a:rPr lang="en-US" sz="1500"/>
              <a:t>Most homeowners see ROI within 5-10 years</a:t>
            </a:r>
          </a:p>
          <a:p>
            <a:pPr lvl="1">
              <a:lnSpc>
                <a:spcPct val="110000"/>
              </a:lnSpc>
            </a:pPr>
            <a:r>
              <a:rPr lang="en-US" sz="1500"/>
              <a:t>Continued savings for the lifespan of the system</a:t>
            </a:r>
          </a:p>
          <a:p>
            <a:pPr>
              <a:lnSpc>
                <a:spcPct val="110000"/>
              </a:lnSpc>
            </a:pPr>
            <a:r>
              <a:rPr lang="en-US" sz="1500"/>
              <a:t>Increased Home Value</a:t>
            </a:r>
          </a:p>
          <a:p>
            <a:pPr lvl="1">
              <a:lnSpc>
                <a:spcPct val="110000"/>
              </a:lnSpc>
            </a:pPr>
            <a:r>
              <a:rPr lang="en-US" sz="1500"/>
              <a:t>Can increase your home's market value</a:t>
            </a:r>
          </a:p>
          <a:p>
            <a:pPr lvl="1">
              <a:lnSpc>
                <a:spcPct val="110000"/>
              </a:lnSpc>
            </a:pPr>
            <a:r>
              <a:rPr lang="en-US" sz="1500"/>
              <a:t>Makes home more attractive to potential buyers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8681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98497B-15A9-83BF-AD5C-54780F3059A1}"/>
              </a:ext>
            </a:extLst>
          </p:cNvPr>
          <p:cNvSpPr>
            <a:spLocks noGrp="1"/>
          </p:cNvSpPr>
          <p:nvPr>
            <p:ph type="title"/>
          </p:nvPr>
        </p:nvSpPr>
        <p:spPr>
          <a:xfrm>
            <a:off x="1135856" y="908649"/>
            <a:ext cx="4079720" cy="3977676"/>
          </a:xfrm>
        </p:spPr>
        <p:txBody>
          <a:bodyPr anchor="t">
            <a:normAutofit/>
          </a:bodyPr>
          <a:lstStyle/>
          <a:p>
            <a:pPr algn="r"/>
            <a:r>
              <a:rPr lang="en-US" sz="4000"/>
              <a:t>MSRP Pricing and Discount Structure</a:t>
            </a:r>
          </a:p>
        </p:txBody>
      </p:sp>
      <p:sp>
        <p:nvSpPr>
          <p:cNvPr id="3" name="Content Placeholder 2">
            <a:extLst>
              <a:ext uri="{FF2B5EF4-FFF2-40B4-BE49-F238E27FC236}">
                <a16:creationId xmlns:a16="http://schemas.microsoft.com/office/drawing/2014/main" id="{11D22178-0358-19DE-1589-D6C1508BF086}"/>
              </a:ext>
            </a:extLst>
          </p:cNvPr>
          <p:cNvSpPr>
            <a:spLocks noGrp="1"/>
          </p:cNvSpPr>
          <p:nvPr>
            <p:ph idx="1"/>
          </p:nvPr>
        </p:nvSpPr>
        <p:spPr>
          <a:xfrm>
            <a:off x="5701896" y="964889"/>
            <a:ext cx="5118505" cy="4909137"/>
          </a:xfrm>
        </p:spPr>
        <p:txBody>
          <a:bodyPr>
            <a:normAutofit/>
          </a:bodyPr>
          <a:lstStyle/>
          <a:p>
            <a:pPr>
              <a:lnSpc>
                <a:spcPct val="110000"/>
              </a:lnSpc>
            </a:pPr>
            <a:r>
              <a:rPr lang="en-US" sz="1100"/>
              <a:t>Monocrystalline Panels</a:t>
            </a:r>
          </a:p>
          <a:p>
            <a:pPr lvl="1">
              <a:lnSpc>
                <a:spcPct val="110000"/>
              </a:lnSpc>
            </a:pPr>
            <a:r>
              <a:rPr lang="en-US" sz="1100"/>
              <a:t>Cost: $0.80 to $1.50 per watt</a:t>
            </a:r>
          </a:p>
          <a:p>
            <a:pPr lvl="1">
              <a:lnSpc>
                <a:spcPct val="110000"/>
              </a:lnSpc>
            </a:pPr>
            <a:r>
              <a:rPr lang="en-US" sz="1100"/>
              <a:t>Average cost for 2600 sq ft home: $20,800 to $39,000 (26 kW system)</a:t>
            </a:r>
          </a:p>
          <a:p>
            <a:pPr>
              <a:lnSpc>
                <a:spcPct val="110000"/>
              </a:lnSpc>
            </a:pPr>
            <a:r>
              <a:rPr lang="en-US" sz="1100"/>
              <a:t>Polycrystalline Panels</a:t>
            </a:r>
          </a:p>
          <a:p>
            <a:pPr lvl="1">
              <a:lnSpc>
                <a:spcPct val="110000"/>
              </a:lnSpc>
            </a:pPr>
            <a:r>
              <a:rPr lang="en-US" sz="1100"/>
              <a:t>Cost: $0.60 to $1.00 per watt</a:t>
            </a:r>
          </a:p>
          <a:p>
            <a:pPr lvl="1">
              <a:lnSpc>
                <a:spcPct val="110000"/>
              </a:lnSpc>
            </a:pPr>
            <a:r>
              <a:rPr lang="en-US" sz="1100"/>
              <a:t>Average cost for 2600 sq ft home: $15,600 to $26,000 (26 kW system)</a:t>
            </a:r>
          </a:p>
          <a:p>
            <a:pPr>
              <a:lnSpc>
                <a:spcPct val="110000"/>
              </a:lnSpc>
            </a:pPr>
            <a:r>
              <a:rPr lang="en-US" sz="1100"/>
              <a:t>Discounts and Incentives</a:t>
            </a:r>
          </a:p>
          <a:p>
            <a:pPr lvl="1">
              <a:lnSpc>
                <a:spcPct val="110000"/>
              </a:lnSpc>
            </a:pPr>
            <a:r>
              <a:rPr lang="en-US" sz="1100"/>
              <a:t>Bulk Purchase Discounts: Save up to 10% on orders exceeding 10 kW</a:t>
            </a:r>
          </a:p>
          <a:p>
            <a:pPr lvl="1">
              <a:lnSpc>
                <a:spcPct val="110000"/>
              </a:lnSpc>
            </a:pPr>
            <a:r>
              <a:rPr lang="en-US" sz="1100"/>
              <a:t>Seasonal Promotions: Special discounts during peak installation seasons</a:t>
            </a:r>
          </a:p>
          <a:p>
            <a:pPr lvl="1">
              <a:lnSpc>
                <a:spcPct val="110000"/>
              </a:lnSpc>
            </a:pPr>
            <a:r>
              <a:rPr lang="en-US" sz="1100"/>
              <a:t>Federal and State Tax Credits: Up to 26% tax credit available</a:t>
            </a:r>
          </a:p>
          <a:p>
            <a:pPr lvl="1">
              <a:lnSpc>
                <a:spcPct val="110000"/>
              </a:lnSpc>
            </a:pPr>
            <a:r>
              <a:rPr lang="en-US" sz="1100"/>
              <a:t>Referral Programs: Earn discounts for referring new customers</a:t>
            </a:r>
          </a:p>
          <a:p>
            <a:pPr lvl="1">
              <a:lnSpc>
                <a:spcPct val="110000"/>
              </a:lnSpc>
            </a:pPr>
            <a:r>
              <a:rPr lang="en-US" sz="1100"/>
              <a:t>Financing Options: Low-interest financing available through selected partners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810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B5865D-246A-F462-307B-93C02F6A0BAE}"/>
              </a:ext>
            </a:extLst>
          </p:cNvPr>
          <p:cNvSpPr>
            <a:spLocks noGrp="1"/>
          </p:cNvSpPr>
          <p:nvPr>
            <p:ph type="title"/>
          </p:nvPr>
        </p:nvSpPr>
        <p:spPr>
          <a:xfrm>
            <a:off x="1371600" y="457200"/>
            <a:ext cx="4911393" cy="1556724"/>
          </a:xfrm>
        </p:spPr>
        <p:txBody>
          <a:bodyPr vert="horz" lIns="0" tIns="0" rIns="0" bIns="0" rtlCol="0" anchor="b">
            <a:normAutofit/>
          </a:bodyPr>
          <a:lstStyle/>
          <a:p>
            <a:r>
              <a:rPr lang="en-US"/>
              <a:t>Base Prices</a:t>
            </a:r>
          </a:p>
        </p:txBody>
      </p:sp>
      <p:sp>
        <p:nvSpPr>
          <p:cNvPr id="4" name="Content Placeholder 3">
            <a:extLst>
              <a:ext uri="{FF2B5EF4-FFF2-40B4-BE49-F238E27FC236}">
                <a16:creationId xmlns:a16="http://schemas.microsoft.com/office/drawing/2014/main" id="{D48B7A70-B7D2-C7B6-7B02-EF3F24F5C085}"/>
              </a:ext>
            </a:extLst>
          </p:cNvPr>
          <p:cNvSpPr>
            <a:spLocks noGrp="1"/>
          </p:cNvSpPr>
          <p:nvPr>
            <p:ph sz="half" idx="2"/>
          </p:nvPr>
        </p:nvSpPr>
        <p:spPr>
          <a:xfrm>
            <a:off x="1371601" y="2345635"/>
            <a:ext cx="4911392" cy="3583940"/>
          </a:xfrm>
        </p:spPr>
        <p:txBody>
          <a:bodyPr vert="horz" lIns="0" tIns="0" rIns="0" bIns="0" rtlCol="0" anchor="t">
            <a:normAutofit/>
          </a:bodyPr>
          <a:lstStyle/>
          <a:p>
            <a:r>
              <a:rPr lang="en-US" sz="1600"/>
              <a:t>Monocrystalline Panels</a:t>
            </a:r>
          </a:p>
          <a:p>
            <a:pPr lvl="1"/>
            <a:r>
              <a:rPr lang="en-US" sz="1600"/>
              <a:t>Cost ranges from $0.80 to $1.50 per watt</a:t>
            </a:r>
          </a:p>
          <a:p>
            <a:r>
              <a:rPr lang="en-US" sz="1600"/>
              <a:t>Polycrystalline Panels</a:t>
            </a:r>
          </a:p>
          <a:p>
            <a:pPr lvl="1"/>
            <a:r>
              <a:rPr lang="en-US" sz="1600"/>
              <a:t>Cost ranges from $0.60 to $1.00 per watt</a:t>
            </a:r>
          </a:p>
        </p:txBody>
      </p:sp>
      <p:pic>
        <p:nvPicPr>
          <p:cNvPr id="5" name="Content Placeholder 4" descr="photovoltaic power plant">
            <a:extLst>
              <a:ext uri="{FF2B5EF4-FFF2-40B4-BE49-F238E27FC236}">
                <a16:creationId xmlns:a16="http://schemas.microsoft.com/office/drawing/2014/main" id="{8CD17CFF-AD07-4FDA-982A-D61C4F9B2831}"/>
              </a:ext>
            </a:extLst>
          </p:cNvPr>
          <p:cNvPicPr>
            <a:picLocks noGrp="1" noChangeAspect="1"/>
          </p:cNvPicPr>
          <p:nvPr>
            <p:ph sz="half" idx="1"/>
          </p:nvPr>
        </p:nvPicPr>
        <p:blipFill>
          <a:blip r:embed="rId3"/>
          <a:stretch>
            <a:fillRect/>
          </a:stretch>
        </p:blipFill>
        <p:spPr>
          <a:xfrm>
            <a:off x="6644639" y="1494546"/>
            <a:ext cx="5090161" cy="3397682"/>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5863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B3CACB-A6DD-11DD-7081-180CD09233C2}"/>
              </a:ext>
            </a:extLst>
          </p:cNvPr>
          <p:cNvSpPr>
            <a:spLocks noGrp="1"/>
          </p:cNvSpPr>
          <p:nvPr>
            <p:ph type="title"/>
          </p:nvPr>
        </p:nvSpPr>
        <p:spPr>
          <a:xfrm>
            <a:off x="1157084" y="374427"/>
            <a:ext cx="10374517" cy="971512"/>
          </a:xfrm>
        </p:spPr>
        <p:txBody>
          <a:bodyPr anchor="ctr">
            <a:normAutofit/>
          </a:bodyPr>
          <a:lstStyle/>
          <a:p>
            <a:pPr>
              <a:lnSpc>
                <a:spcPct val="90000"/>
              </a:lnSpc>
            </a:pPr>
            <a:r>
              <a:rPr lang="en-US" sz="3200">
                <a:solidFill>
                  <a:schemeClr val="bg1"/>
                </a:solidFill>
              </a:rPr>
              <a:t>Average Pricing for a 2600 Square Foot Home</a:t>
            </a:r>
          </a:p>
        </p:txBody>
      </p:sp>
      <p:graphicFrame>
        <p:nvGraphicFramePr>
          <p:cNvPr id="5" name="Content Placeholder 2">
            <a:extLst>
              <a:ext uri="{FF2B5EF4-FFF2-40B4-BE49-F238E27FC236}">
                <a16:creationId xmlns:a16="http://schemas.microsoft.com/office/drawing/2014/main" id="{CDAF3FD1-22BA-4279-CC61-1DEF37FFA408}"/>
              </a:ext>
            </a:extLst>
          </p:cNvPr>
          <p:cNvGraphicFramePr>
            <a:graphicFrameLocks noGrp="1"/>
          </p:cNvGraphicFramePr>
          <p:nvPr>
            <p:ph idx="1"/>
            <p:extLst>
              <p:ext uri="{D42A27DB-BD31-4B8C-83A1-F6EECF244321}">
                <p14:modId xmlns:p14="http://schemas.microsoft.com/office/powerpoint/2010/main" val="2197470012"/>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5877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6" name="Rectangle 15">
            <a:extLst>
              <a:ext uri="{FF2B5EF4-FFF2-40B4-BE49-F238E27FC236}">
                <a16:creationId xmlns:a16="http://schemas.microsoft.com/office/drawing/2014/main" id="{81097DDE-1D45-40A7-9F85-72AD9472A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C4FE2-5362-FB30-4461-17307BE10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tx2">
                  <a:lumMod val="50000"/>
                  <a:lumOff val="50000"/>
                  <a:alpha val="3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hoto voltaic solar panels and blue sky with clouds">
            <a:extLst>
              <a:ext uri="{FF2B5EF4-FFF2-40B4-BE49-F238E27FC236}">
                <a16:creationId xmlns:a16="http://schemas.microsoft.com/office/drawing/2014/main" id="{59DF9DA2-5AC5-49B2-9E01-04F4047D1634}"/>
              </a:ext>
            </a:extLst>
          </p:cNvPr>
          <p:cNvPicPr>
            <a:picLocks noGrp="1" noChangeAspect="1"/>
          </p:cNvPicPr>
          <p:nvPr>
            <p:ph sz="half" idx="1"/>
          </p:nvPr>
        </p:nvPicPr>
        <p:blipFill>
          <a:blip r:embed="rId3"/>
          <a:srcRect l="40559" r="11683" b="1"/>
          <a:stretch/>
        </p:blipFill>
        <p:spPr>
          <a:xfrm>
            <a:off x="614679" y="1901952"/>
            <a:ext cx="4801194" cy="4297680"/>
          </a:xfrm>
          <a:prstGeom prst="rect">
            <a:avLst/>
          </a:prstGeom>
        </p:spPr>
      </p:pic>
      <p:sp>
        <p:nvSpPr>
          <p:cNvPr id="2" name="Title 1">
            <a:extLst>
              <a:ext uri="{FF2B5EF4-FFF2-40B4-BE49-F238E27FC236}">
                <a16:creationId xmlns:a16="http://schemas.microsoft.com/office/drawing/2014/main" id="{48BF288C-C354-8EB1-F6A5-A7050CF42FA6}"/>
              </a:ext>
            </a:extLst>
          </p:cNvPr>
          <p:cNvSpPr>
            <a:spLocks noGrp="1"/>
          </p:cNvSpPr>
          <p:nvPr>
            <p:ph type="title"/>
          </p:nvPr>
        </p:nvSpPr>
        <p:spPr>
          <a:xfrm>
            <a:off x="614679" y="457200"/>
            <a:ext cx="4779572" cy="1298448"/>
          </a:xfrm>
        </p:spPr>
        <p:txBody>
          <a:bodyPr vert="horz" lIns="0" tIns="0" rIns="0" bIns="0" rtlCol="0" anchor="t">
            <a:normAutofit/>
          </a:bodyPr>
          <a:lstStyle/>
          <a:p>
            <a:r>
              <a:rPr lang="en-US" sz="3300"/>
              <a:t>Discounts and Incentives</a:t>
            </a:r>
          </a:p>
        </p:txBody>
      </p:sp>
      <p:sp>
        <p:nvSpPr>
          <p:cNvPr id="4" name="Content Placeholder 3">
            <a:extLst>
              <a:ext uri="{FF2B5EF4-FFF2-40B4-BE49-F238E27FC236}">
                <a16:creationId xmlns:a16="http://schemas.microsoft.com/office/drawing/2014/main" id="{2860B167-3E89-69FF-E60F-843FB1DAE191}"/>
              </a:ext>
            </a:extLst>
          </p:cNvPr>
          <p:cNvSpPr>
            <a:spLocks noGrp="1"/>
          </p:cNvSpPr>
          <p:nvPr>
            <p:ph sz="half" idx="2"/>
          </p:nvPr>
        </p:nvSpPr>
        <p:spPr>
          <a:xfrm>
            <a:off x="6030550" y="457201"/>
            <a:ext cx="5639127" cy="5760720"/>
          </a:xfrm>
        </p:spPr>
        <p:txBody>
          <a:bodyPr vert="horz" lIns="0" tIns="0" rIns="0" bIns="0" rtlCol="0" anchor="t">
            <a:normAutofit/>
          </a:bodyPr>
          <a:lstStyle/>
          <a:p>
            <a:r>
              <a:rPr lang="en-US" sz="1800"/>
              <a:t>Bulk Purchase Discounts</a:t>
            </a:r>
          </a:p>
          <a:p>
            <a:pPr lvl="1"/>
            <a:r>
              <a:rPr lang="en-US" sz="1800"/>
              <a:t>Save up to 10% on orders exceeding 10 kW</a:t>
            </a:r>
          </a:p>
          <a:p>
            <a:r>
              <a:rPr lang="en-US" sz="1800"/>
              <a:t>Seasonal Promotions</a:t>
            </a:r>
          </a:p>
          <a:p>
            <a:pPr lvl="1"/>
            <a:r>
              <a:rPr lang="en-US" sz="1800"/>
              <a:t>Special discounts available during peak installation seasons</a:t>
            </a:r>
          </a:p>
          <a:p>
            <a:r>
              <a:rPr lang="en-US" sz="1800"/>
              <a:t>Federal and State Tax Credits</a:t>
            </a:r>
          </a:p>
          <a:p>
            <a:pPr lvl="1"/>
            <a:r>
              <a:rPr lang="en-US" sz="1800"/>
              <a:t>Up to 26% tax credit available through federal incentives</a:t>
            </a:r>
          </a:p>
          <a:p>
            <a:pPr lvl="1"/>
            <a:r>
              <a:rPr lang="en-US" sz="1800"/>
              <a:t>Additional state-specific rebates</a:t>
            </a:r>
          </a:p>
          <a:p>
            <a:r>
              <a:rPr lang="en-US" sz="1800"/>
              <a:t>Referral Programs</a:t>
            </a:r>
          </a:p>
          <a:p>
            <a:pPr lvl="1"/>
            <a:r>
              <a:rPr lang="en-US" sz="1800"/>
              <a:t>Earn discounts for referring new customers</a:t>
            </a:r>
          </a:p>
          <a:p>
            <a:r>
              <a:rPr lang="en-US" sz="1800"/>
              <a:t>Financing Options</a:t>
            </a:r>
          </a:p>
          <a:p>
            <a:pPr lvl="1"/>
            <a:r>
              <a:rPr lang="en-US" sz="1800"/>
              <a:t>Low-interest financing available through selected partners</a:t>
            </a:r>
          </a:p>
        </p:txBody>
      </p:sp>
    </p:spTree>
    <p:extLst>
      <p:ext uri="{BB962C8B-B14F-4D97-AF65-F5344CB8AC3E}">
        <p14:creationId xmlns:p14="http://schemas.microsoft.com/office/powerpoint/2010/main" val="2902822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A27B88-AE83-E4E2-C7CE-8A511503D8C9}"/>
              </a:ext>
            </a:extLst>
          </p:cNvPr>
          <p:cNvSpPr>
            <a:spLocks noGrp="1"/>
          </p:cNvSpPr>
          <p:nvPr>
            <p:ph type="title"/>
          </p:nvPr>
        </p:nvSpPr>
        <p:spPr>
          <a:xfrm>
            <a:off x="1135856" y="908649"/>
            <a:ext cx="4079720" cy="3977676"/>
          </a:xfrm>
        </p:spPr>
        <p:txBody>
          <a:bodyPr anchor="t">
            <a:normAutofit/>
          </a:bodyPr>
          <a:lstStyle/>
          <a:p>
            <a:pPr algn="r"/>
            <a:r>
              <a:rPr lang="en-US" sz="3400"/>
              <a:t>Comparison of Panel Types</a:t>
            </a:r>
          </a:p>
        </p:txBody>
      </p:sp>
      <p:sp>
        <p:nvSpPr>
          <p:cNvPr id="3" name="Content Placeholder 2">
            <a:extLst>
              <a:ext uri="{FF2B5EF4-FFF2-40B4-BE49-F238E27FC236}">
                <a16:creationId xmlns:a16="http://schemas.microsoft.com/office/drawing/2014/main" id="{73880F73-1EAD-0378-DC43-84DD31A4C74C}"/>
              </a:ext>
            </a:extLst>
          </p:cNvPr>
          <p:cNvSpPr>
            <a:spLocks noGrp="1"/>
          </p:cNvSpPr>
          <p:nvPr>
            <p:ph idx="1"/>
          </p:nvPr>
        </p:nvSpPr>
        <p:spPr>
          <a:xfrm>
            <a:off x="5701896" y="964889"/>
            <a:ext cx="5118505" cy="4909137"/>
          </a:xfrm>
        </p:spPr>
        <p:txBody>
          <a:bodyPr>
            <a:normAutofit/>
          </a:bodyPr>
          <a:lstStyle/>
          <a:p>
            <a:pPr>
              <a:lnSpc>
                <a:spcPct val="110000"/>
              </a:lnSpc>
            </a:pPr>
            <a:r>
              <a:rPr lang="en-US" sz="1500"/>
              <a:t>Efficiency</a:t>
            </a:r>
          </a:p>
          <a:p>
            <a:pPr lvl="1">
              <a:lnSpc>
                <a:spcPct val="110000"/>
              </a:lnSpc>
            </a:pPr>
            <a:r>
              <a:rPr lang="en-US" sz="1500"/>
              <a:t>Monocrystalline panels: 15-20%</a:t>
            </a:r>
          </a:p>
          <a:p>
            <a:pPr lvl="1">
              <a:lnSpc>
                <a:spcPct val="110000"/>
              </a:lnSpc>
            </a:pPr>
            <a:r>
              <a:rPr lang="en-US" sz="1500"/>
              <a:t>Polycrystalline panels: 13-16%</a:t>
            </a:r>
          </a:p>
          <a:p>
            <a:pPr>
              <a:lnSpc>
                <a:spcPct val="110000"/>
              </a:lnSpc>
            </a:pPr>
            <a:r>
              <a:rPr lang="en-US" sz="1500"/>
              <a:t>Cost</a:t>
            </a:r>
          </a:p>
          <a:p>
            <a:pPr lvl="1">
              <a:lnSpc>
                <a:spcPct val="110000"/>
              </a:lnSpc>
            </a:pPr>
            <a:r>
              <a:rPr lang="en-US" sz="1500"/>
              <a:t>Polycrystalline panels are generally less expensive</a:t>
            </a:r>
          </a:p>
          <a:p>
            <a:pPr>
              <a:lnSpc>
                <a:spcPct val="110000"/>
              </a:lnSpc>
            </a:pPr>
            <a:r>
              <a:rPr lang="en-US" sz="1500"/>
              <a:t>Appearance</a:t>
            </a:r>
          </a:p>
          <a:p>
            <a:pPr lvl="1">
              <a:lnSpc>
                <a:spcPct val="110000"/>
              </a:lnSpc>
            </a:pPr>
            <a:r>
              <a:rPr lang="en-US" sz="1500"/>
              <a:t>Monocrystalline panels: uniform black color</a:t>
            </a:r>
          </a:p>
          <a:p>
            <a:pPr lvl="1">
              <a:lnSpc>
                <a:spcPct val="110000"/>
              </a:lnSpc>
            </a:pPr>
            <a:r>
              <a:rPr lang="en-US" sz="1500"/>
              <a:t>Polycrystalline panels: blueish hue with speckled appearance</a:t>
            </a:r>
          </a:p>
          <a:p>
            <a:pPr>
              <a:lnSpc>
                <a:spcPct val="110000"/>
              </a:lnSpc>
            </a:pPr>
            <a:r>
              <a:rPr lang="en-US" sz="1500"/>
              <a:t>Space Requirements</a:t>
            </a:r>
          </a:p>
          <a:p>
            <a:pPr lvl="1">
              <a:lnSpc>
                <a:spcPct val="110000"/>
              </a:lnSpc>
            </a:pPr>
            <a:r>
              <a:rPr lang="en-US" sz="1500"/>
              <a:t>Monocrystalline panels require less space due to higher efficiency</a:t>
            </a:r>
          </a:p>
          <a:p>
            <a:pPr>
              <a:lnSpc>
                <a:spcPct val="110000"/>
              </a:lnSpc>
            </a:pPr>
            <a:r>
              <a:rPr lang="en-US" sz="1500"/>
              <a:t>Longevity</a:t>
            </a:r>
          </a:p>
          <a:p>
            <a:pPr lvl="1">
              <a:lnSpc>
                <a:spcPct val="110000"/>
              </a:lnSpc>
            </a:pPr>
            <a:r>
              <a:rPr lang="en-US" sz="1500"/>
              <a:t>Both types have similar lifespans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3020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45E4AB72-1C42-427F-801C-32A12FD69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2FEE1-B0DE-D566-60A1-9239DDB320B8}"/>
              </a:ext>
            </a:extLst>
          </p:cNvPr>
          <p:cNvSpPr>
            <a:spLocks noGrp="1"/>
          </p:cNvSpPr>
          <p:nvPr>
            <p:ph type="title"/>
          </p:nvPr>
        </p:nvSpPr>
        <p:spPr>
          <a:xfrm>
            <a:off x="1066800" y="914400"/>
            <a:ext cx="5148943" cy="1705383"/>
          </a:xfrm>
        </p:spPr>
        <p:txBody>
          <a:bodyPr vert="horz" lIns="0" tIns="0" rIns="0" bIns="0" rtlCol="0" anchor="t">
            <a:normAutofit/>
          </a:bodyPr>
          <a:lstStyle/>
          <a:p>
            <a:pPr algn="r"/>
            <a:r>
              <a:rPr lang="en-US"/>
              <a:t>Diagrams for Clarity</a:t>
            </a:r>
          </a:p>
        </p:txBody>
      </p:sp>
      <p:sp>
        <p:nvSpPr>
          <p:cNvPr id="4" name="Content Placeholder 3">
            <a:extLst>
              <a:ext uri="{FF2B5EF4-FFF2-40B4-BE49-F238E27FC236}">
                <a16:creationId xmlns:a16="http://schemas.microsoft.com/office/drawing/2014/main" id="{215F48BA-4251-0880-5F01-08C12F8225AF}"/>
              </a:ext>
            </a:extLst>
          </p:cNvPr>
          <p:cNvSpPr>
            <a:spLocks noGrp="1"/>
          </p:cNvSpPr>
          <p:nvPr>
            <p:ph sz="half" idx="2"/>
          </p:nvPr>
        </p:nvSpPr>
        <p:spPr>
          <a:xfrm>
            <a:off x="1066800" y="2764631"/>
            <a:ext cx="5029201" cy="2760562"/>
          </a:xfrm>
        </p:spPr>
        <p:txBody>
          <a:bodyPr vert="horz" lIns="0" tIns="0" rIns="0" bIns="0" rtlCol="0" anchor="b">
            <a:normAutofit/>
          </a:bodyPr>
          <a:lstStyle/>
          <a:p>
            <a:pPr algn="r"/>
            <a:r>
              <a:rPr lang="en-US" sz="1600"/>
              <a:t>Electrical Connections</a:t>
            </a:r>
          </a:p>
          <a:p>
            <a:pPr lvl="1" algn="r"/>
            <a:r>
              <a:rPr lang="en-US" sz="1600"/>
              <a:t>Steps for electrical connection setup</a:t>
            </a:r>
          </a:p>
          <a:p>
            <a:pPr lvl="1" algn="r"/>
            <a:r>
              <a:rPr lang="en-US" sz="1600"/>
              <a:t>Includes inverter and battery storage system</a:t>
            </a:r>
          </a:p>
          <a:p>
            <a:pPr algn="r"/>
            <a:r>
              <a:rPr lang="en-US" sz="1600"/>
              <a:t>Comparison of Panel Types</a:t>
            </a:r>
          </a:p>
          <a:p>
            <a:pPr lvl="1" algn="r"/>
            <a:r>
              <a:rPr lang="en-US" sz="1600"/>
              <a:t>Monocrystalline vs Polycrystalline solar panels</a:t>
            </a:r>
          </a:p>
        </p:txBody>
      </p:sp>
      <p:sp>
        <p:nvSpPr>
          <p:cNvPr id="17" name="Rectangle 16">
            <a:extLst>
              <a:ext uri="{FF2B5EF4-FFF2-40B4-BE49-F238E27FC236}">
                <a16:creationId xmlns:a16="http://schemas.microsoft.com/office/drawing/2014/main" id="{4CC257D2-6895-4677-996F-1A5FBB7F7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 y="6400800"/>
            <a:ext cx="12191999" cy="457198"/>
          </a:xfrm>
          <a:prstGeom prst="rect">
            <a:avLst/>
          </a:prstGeom>
          <a:gradFill>
            <a:gsLst>
              <a:gs pos="0">
                <a:schemeClr val="accent5">
                  <a:alpha val="80000"/>
                </a:schemeClr>
              </a:gs>
              <a:gs pos="100000">
                <a:schemeClr val="accent6">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28FF51-22A9-49F6-8C79-1FFC470CA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800"/>
            <a:ext cx="8153396" cy="457200"/>
          </a:xfrm>
          <a:prstGeom prst="rect">
            <a:avLst/>
          </a:prstGeom>
          <a:gradFill>
            <a:gsLst>
              <a:gs pos="0">
                <a:schemeClr val="accent6">
                  <a:alpha val="61000"/>
                </a:schemeClr>
              </a:gs>
              <a:gs pos="99000">
                <a:schemeClr val="accent2">
                  <a:alpha val="77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71DD8EB5-AB42-4431-9FB1-B8DD5394931F}"/>
              </a:ext>
            </a:extLst>
          </p:cNvPr>
          <p:cNvGraphicFramePr>
            <a:graphicFrameLocks noGrp="1"/>
          </p:cNvGraphicFramePr>
          <p:nvPr>
            <p:ph sz="half" idx="1"/>
          </p:nvPr>
        </p:nvGraphicFramePr>
        <p:xfrm>
          <a:off x="6555971" y="1381949"/>
          <a:ext cx="5636030" cy="3789995"/>
        </p:xfrm>
        <a:graphic>
          <a:graphicData uri="http://schemas.openxmlformats.org/drawingml/2006/table">
            <a:tbl>
              <a:tblPr firstRow="1" bandRow="1">
                <a:tableStyleId>{5C22544A-7EE6-4342-B048-85BDC9FD1C3A}</a:tableStyleId>
              </a:tblPr>
              <a:tblGrid>
                <a:gridCol w="573853">
                  <a:extLst>
                    <a:ext uri="{9D8B030D-6E8A-4147-A177-3AD203B41FA5}">
                      <a16:colId xmlns:a16="http://schemas.microsoft.com/office/drawing/2014/main" val="1105638213"/>
                    </a:ext>
                  </a:extLst>
                </a:gridCol>
                <a:gridCol w="2356863">
                  <a:extLst>
                    <a:ext uri="{9D8B030D-6E8A-4147-A177-3AD203B41FA5}">
                      <a16:colId xmlns:a16="http://schemas.microsoft.com/office/drawing/2014/main" val="813267226"/>
                    </a:ext>
                  </a:extLst>
                </a:gridCol>
                <a:gridCol w="2705314">
                  <a:extLst>
                    <a:ext uri="{9D8B030D-6E8A-4147-A177-3AD203B41FA5}">
                      <a16:colId xmlns:a16="http://schemas.microsoft.com/office/drawing/2014/main" val="455567680"/>
                    </a:ext>
                  </a:extLst>
                </a:gridCol>
              </a:tblGrid>
              <a:tr h="344545">
                <a:tc>
                  <a:txBody>
                    <a:bodyPr/>
                    <a:lstStyle/>
                    <a:p>
                      <a:r>
                        <a:rPr lang="en-US" sz="1400">
                          <a:effectLst/>
                        </a:rPr>
                        <a:t>Step</a:t>
                      </a:r>
                      <a:endParaRPr lang="en-US" sz="2200">
                        <a:effectLst/>
                      </a:endParaRPr>
                    </a:p>
                  </a:txBody>
                  <a:tcPr marL="46813" marR="46813" marT="46813" marB="46813"/>
                </a:tc>
                <a:tc>
                  <a:txBody>
                    <a:bodyPr/>
                    <a:lstStyle/>
                    <a:p>
                      <a:r>
                        <a:rPr lang="en-US" sz="1400">
                          <a:effectLst/>
                        </a:rPr>
                        <a:t>Description</a:t>
                      </a:r>
                      <a:endParaRPr lang="en-US" sz="2200">
                        <a:effectLst/>
                      </a:endParaRPr>
                    </a:p>
                  </a:txBody>
                  <a:tcPr marL="46813" marR="46813" marT="46813" marB="46813"/>
                </a:tc>
                <a:tc>
                  <a:txBody>
                    <a:bodyPr/>
                    <a:lstStyle/>
                    <a:p>
                      <a:r>
                        <a:rPr lang="en-US" sz="1400">
                          <a:effectLst/>
                        </a:rPr>
                        <a:t>Component</a:t>
                      </a:r>
                      <a:endParaRPr lang="en-US" sz="2200">
                        <a:effectLst/>
                      </a:endParaRPr>
                    </a:p>
                  </a:txBody>
                  <a:tcPr marL="46813" marR="46813" marT="46813" marB="46813"/>
                </a:tc>
                <a:extLst>
                  <a:ext uri="{0D108BD9-81ED-4DB2-BD59-A6C34878D82A}">
                    <a16:rowId xmlns:a16="http://schemas.microsoft.com/office/drawing/2014/main" val="2614963594"/>
                  </a:ext>
                </a:extLst>
              </a:tr>
              <a:tr h="344545">
                <a:tc>
                  <a:txBody>
                    <a:bodyPr/>
                    <a:lstStyle/>
                    <a:p>
                      <a:r>
                        <a:rPr lang="en-US" sz="1400">
                          <a:effectLst/>
                        </a:rPr>
                        <a:t>1</a:t>
                      </a:r>
                      <a:endParaRPr lang="en-US" sz="2200">
                        <a:effectLst/>
                      </a:endParaRPr>
                    </a:p>
                  </a:txBody>
                  <a:tcPr marL="46813" marR="46813" marT="46813" marB="46813"/>
                </a:tc>
                <a:tc>
                  <a:txBody>
                    <a:bodyPr/>
                    <a:lstStyle/>
                    <a:p>
                      <a:r>
                        <a:rPr lang="en-US" sz="1400">
                          <a:effectLst/>
                        </a:rPr>
                        <a:t>Site Assessment</a:t>
                      </a:r>
                      <a:endParaRPr lang="en-US" sz="2200">
                        <a:effectLst/>
                      </a:endParaRPr>
                    </a:p>
                  </a:txBody>
                  <a:tcPr marL="46813" marR="46813" marT="46813" marB="46813"/>
                </a:tc>
                <a:tc>
                  <a:txBody>
                    <a:bodyPr/>
                    <a:lstStyle/>
                    <a:p>
                      <a:r>
                        <a:rPr lang="en-US" sz="1400">
                          <a:effectLst/>
                        </a:rPr>
                        <a:t>Solar Engineer</a:t>
                      </a:r>
                      <a:endParaRPr lang="en-US" sz="2200">
                        <a:effectLst/>
                      </a:endParaRPr>
                    </a:p>
                  </a:txBody>
                  <a:tcPr marL="46813" marR="46813" marT="46813" marB="46813"/>
                </a:tc>
                <a:extLst>
                  <a:ext uri="{0D108BD9-81ED-4DB2-BD59-A6C34878D82A}">
                    <a16:rowId xmlns:a16="http://schemas.microsoft.com/office/drawing/2014/main" val="999326359"/>
                  </a:ext>
                </a:extLst>
              </a:tr>
              <a:tr h="344545">
                <a:tc>
                  <a:txBody>
                    <a:bodyPr/>
                    <a:lstStyle/>
                    <a:p>
                      <a:r>
                        <a:rPr lang="en-US" sz="1400">
                          <a:effectLst/>
                        </a:rPr>
                        <a:t>2</a:t>
                      </a:r>
                      <a:endParaRPr lang="en-US" sz="2200">
                        <a:effectLst/>
                      </a:endParaRPr>
                    </a:p>
                  </a:txBody>
                  <a:tcPr marL="46813" marR="46813" marT="46813" marB="46813"/>
                </a:tc>
                <a:tc>
                  <a:txBody>
                    <a:bodyPr/>
                    <a:lstStyle/>
                    <a:p>
                      <a:r>
                        <a:rPr lang="en-US" sz="1400">
                          <a:effectLst/>
                        </a:rPr>
                        <a:t>Design and Planning</a:t>
                      </a:r>
                      <a:endParaRPr lang="en-US" sz="2200">
                        <a:effectLst/>
                      </a:endParaRPr>
                    </a:p>
                  </a:txBody>
                  <a:tcPr marL="46813" marR="46813" marT="46813" marB="46813"/>
                </a:tc>
                <a:tc>
                  <a:txBody>
                    <a:bodyPr/>
                    <a:lstStyle/>
                    <a:p>
                      <a:r>
                        <a:rPr lang="en-US" sz="1400">
                          <a:effectLst/>
                        </a:rPr>
                        <a:t>Design Software</a:t>
                      </a:r>
                      <a:endParaRPr lang="en-US" sz="2200">
                        <a:effectLst/>
                      </a:endParaRPr>
                    </a:p>
                  </a:txBody>
                  <a:tcPr marL="46813" marR="46813" marT="46813" marB="46813"/>
                </a:tc>
                <a:extLst>
                  <a:ext uri="{0D108BD9-81ED-4DB2-BD59-A6C34878D82A}">
                    <a16:rowId xmlns:a16="http://schemas.microsoft.com/office/drawing/2014/main" val="2280354971"/>
                  </a:ext>
                </a:extLst>
              </a:tr>
              <a:tr h="344545">
                <a:tc>
                  <a:txBody>
                    <a:bodyPr/>
                    <a:lstStyle/>
                    <a:p>
                      <a:r>
                        <a:rPr lang="en-US" sz="1400">
                          <a:effectLst/>
                        </a:rPr>
                        <a:t>3</a:t>
                      </a:r>
                      <a:endParaRPr lang="en-US" sz="2200">
                        <a:effectLst/>
                      </a:endParaRPr>
                    </a:p>
                  </a:txBody>
                  <a:tcPr marL="46813" marR="46813" marT="46813" marB="46813"/>
                </a:tc>
                <a:tc>
                  <a:txBody>
                    <a:bodyPr/>
                    <a:lstStyle/>
                    <a:p>
                      <a:r>
                        <a:rPr lang="en-US" sz="1400">
                          <a:effectLst/>
                        </a:rPr>
                        <a:t>Permitting</a:t>
                      </a:r>
                      <a:endParaRPr lang="en-US" sz="2200">
                        <a:effectLst/>
                      </a:endParaRPr>
                    </a:p>
                  </a:txBody>
                  <a:tcPr marL="46813" marR="46813" marT="46813" marB="46813"/>
                </a:tc>
                <a:tc>
                  <a:txBody>
                    <a:bodyPr/>
                    <a:lstStyle/>
                    <a:p>
                      <a:r>
                        <a:rPr lang="en-US" sz="1400">
                          <a:effectLst/>
                        </a:rPr>
                        <a:t>Permit Documents</a:t>
                      </a:r>
                      <a:endParaRPr lang="en-US" sz="2200">
                        <a:effectLst/>
                      </a:endParaRPr>
                    </a:p>
                  </a:txBody>
                  <a:tcPr marL="46813" marR="46813" marT="46813" marB="46813"/>
                </a:tc>
                <a:extLst>
                  <a:ext uri="{0D108BD9-81ED-4DB2-BD59-A6C34878D82A}">
                    <a16:rowId xmlns:a16="http://schemas.microsoft.com/office/drawing/2014/main" val="2275042646"/>
                  </a:ext>
                </a:extLst>
              </a:tr>
              <a:tr h="344545">
                <a:tc>
                  <a:txBody>
                    <a:bodyPr/>
                    <a:lstStyle/>
                    <a:p>
                      <a:r>
                        <a:rPr lang="en-US" sz="1400">
                          <a:effectLst/>
                        </a:rPr>
                        <a:t>4</a:t>
                      </a:r>
                      <a:endParaRPr lang="en-US" sz="2200">
                        <a:effectLst/>
                      </a:endParaRPr>
                    </a:p>
                  </a:txBody>
                  <a:tcPr marL="46813" marR="46813" marT="46813" marB="46813"/>
                </a:tc>
                <a:tc>
                  <a:txBody>
                    <a:bodyPr/>
                    <a:lstStyle/>
                    <a:p>
                      <a:r>
                        <a:rPr lang="en-US" sz="1400">
                          <a:effectLst/>
                        </a:rPr>
                        <a:t>Mount Installation</a:t>
                      </a:r>
                      <a:endParaRPr lang="en-US" sz="2200">
                        <a:effectLst/>
                      </a:endParaRPr>
                    </a:p>
                  </a:txBody>
                  <a:tcPr marL="46813" marR="46813" marT="46813" marB="46813"/>
                </a:tc>
                <a:tc>
                  <a:txBody>
                    <a:bodyPr/>
                    <a:lstStyle/>
                    <a:p>
                      <a:r>
                        <a:rPr lang="en-US" sz="1400">
                          <a:effectLst/>
                        </a:rPr>
                        <a:t>Mounting Hardware</a:t>
                      </a:r>
                      <a:endParaRPr lang="en-US" sz="2200">
                        <a:effectLst/>
                      </a:endParaRPr>
                    </a:p>
                  </a:txBody>
                  <a:tcPr marL="46813" marR="46813" marT="46813" marB="46813"/>
                </a:tc>
                <a:extLst>
                  <a:ext uri="{0D108BD9-81ED-4DB2-BD59-A6C34878D82A}">
                    <a16:rowId xmlns:a16="http://schemas.microsoft.com/office/drawing/2014/main" val="1127663324"/>
                  </a:ext>
                </a:extLst>
              </a:tr>
              <a:tr h="344545">
                <a:tc>
                  <a:txBody>
                    <a:bodyPr/>
                    <a:lstStyle/>
                    <a:p>
                      <a:r>
                        <a:rPr lang="en-US" sz="1400">
                          <a:effectLst/>
                        </a:rPr>
                        <a:t>5</a:t>
                      </a:r>
                      <a:endParaRPr lang="en-US" sz="2200">
                        <a:effectLst/>
                      </a:endParaRPr>
                    </a:p>
                  </a:txBody>
                  <a:tcPr marL="46813" marR="46813" marT="46813" marB="46813"/>
                </a:tc>
                <a:tc>
                  <a:txBody>
                    <a:bodyPr/>
                    <a:lstStyle/>
                    <a:p>
                      <a:r>
                        <a:rPr lang="en-US" sz="1400">
                          <a:effectLst/>
                        </a:rPr>
                        <a:t>Panel Installation</a:t>
                      </a:r>
                      <a:endParaRPr lang="en-US" sz="2200">
                        <a:effectLst/>
                      </a:endParaRPr>
                    </a:p>
                  </a:txBody>
                  <a:tcPr marL="46813" marR="46813" marT="46813" marB="46813"/>
                </a:tc>
                <a:tc>
                  <a:txBody>
                    <a:bodyPr/>
                    <a:lstStyle/>
                    <a:p>
                      <a:r>
                        <a:rPr lang="en-US" sz="1400">
                          <a:effectLst/>
                        </a:rPr>
                        <a:t>Solar Panels</a:t>
                      </a:r>
                      <a:endParaRPr lang="en-US" sz="2200">
                        <a:effectLst/>
                      </a:endParaRPr>
                    </a:p>
                  </a:txBody>
                  <a:tcPr marL="46813" marR="46813" marT="46813" marB="46813"/>
                </a:tc>
                <a:extLst>
                  <a:ext uri="{0D108BD9-81ED-4DB2-BD59-A6C34878D82A}">
                    <a16:rowId xmlns:a16="http://schemas.microsoft.com/office/drawing/2014/main" val="34345954"/>
                  </a:ext>
                </a:extLst>
              </a:tr>
              <a:tr h="344545">
                <a:tc>
                  <a:txBody>
                    <a:bodyPr/>
                    <a:lstStyle/>
                    <a:p>
                      <a:r>
                        <a:rPr lang="en-US" sz="1400">
                          <a:effectLst/>
                        </a:rPr>
                        <a:t>6</a:t>
                      </a:r>
                      <a:endParaRPr lang="en-US" sz="2200">
                        <a:effectLst/>
                      </a:endParaRPr>
                    </a:p>
                  </a:txBody>
                  <a:tcPr marL="46813" marR="46813" marT="46813" marB="46813"/>
                </a:tc>
                <a:tc>
                  <a:txBody>
                    <a:bodyPr/>
                    <a:lstStyle/>
                    <a:p>
                      <a:r>
                        <a:rPr lang="en-US" sz="1400">
                          <a:effectLst/>
                        </a:rPr>
                        <a:t>Electrical Wiring</a:t>
                      </a:r>
                      <a:endParaRPr lang="en-US" sz="2200">
                        <a:effectLst/>
                      </a:endParaRPr>
                    </a:p>
                  </a:txBody>
                  <a:tcPr marL="46813" marR="46813" marT="46813" marB="46813"/>
                </a:tc>
                <a:tc>
                  <a:txBody>
                    <a:bodyPr/>
                    <a:lstStyle/>
                    <a:p>
                      <a:r>
                        <a:rPr lang="en-US" sz="1400">
                          <a:effectLst/>
                        </a:rPr>
                        <a:t>Wiring &amp; Conduits</a:t>
                      </a:r>
                      <a:endParaRPr lang="en-US" sz="2200">
                        <a:effectLst/>
                      </a:endParaRPr>
                    </a:p>
                  </a:txBody>
                  <a:tcPr marL="46813" marR="46813" marT="46813" marB="46813"/>
                </a:tc>
                <a:extLst>
                  <a:ext uri="{0D108BD9-81ED-4DB2-BD59-A6C34878D82A}">
                    <a16:rowId xmlns:a16="http://schemas.microsoft.com/office/drawing/2014/main" val="591381182"/>
                  </a:ext>
                </a:extLst>
              </a:tr>
              <a:tr h="344545">
                <a:tc>
                  <a:txBody>
                    <a:bodyPr/>
                    <a:lstStyle/>
                    <a:p>
                      <a:r>
                        <a:rPr lang="en-US" sz="1400">
                          <a:effectLst/>
                        </a:rPr>
                        <a:t>7</a:t>
                      </a:r>
                      <a:endParaRPr lang="en-US" sz="2200">
                        <a:effectLst/>
                      </a:endParaRPr>
                    </a:p>
                  </a:txBody>
                  <a:tcPr marL="46813" marR="46813" marT="46813" marB="46813"/>
                </a:tc>
                <a:tc>
                  <a:txBody>
                    <a:bodyPr/>
                    <a:lstStyle/>
                    <a:p>
                      <a:r>
                        <a:rPr lang="en-US" sz="1400">
                          <a:effectLst/>
                        </a:rPr>
                        <a:t>Connecting Inverter</a:t>
                      </a:r>
                      <a:endParaRPr lang="en-US" sz="2200">
                        <a:effectLst/>
                      </a:endParaRPr>
                    </a:p>
                  </a:txBody>
                  <a:tcPr marL="46813" marR="46813" marT="46813" marB="46813"/>
                </a:tc>
                <a:tc>
                  <a:txBody>
                    <a:bodyPr/>
                    <a:lstStyle/>
                    <a:p>
                      <a:r>
                        <a:rPr lang="en-US" sz="1400">
                          <a:effectLst/>
                        </a:rPr>
                        <a:t>Inverter</a:t>
                      </a:r>
                      <a:endParaRPr lang="en-US" sz="2200">
                        <a:effectLst/>
                      </a:endParaRPr>
                    </a:p>
                  </a:txBody>
                  <a:tcPr marL="46813" marR="46813" marT="46813" marB="46813"/>
                </a:tc>
                <a:extLst>
                  <a:ext uri="{0D108BD9-81ED-4DB2-BD59-A6C34878D82A}">
                    <a16:rowId xmlns:a16="http://schemas.microsoft.com/office/drawing/2014/main" val="1095176413"/>
                  </a:ext>
                </a:extLst>
              </a:tr>
              <a:tr h="344545">
                <a:tc>
                  <a:txBody>
                    <a:bodyPr/>
                    <a:lstStyle/>
                    <a:p>
                      <a:r>
                        <a:rPr lang="en-US" sz="1400">
                          <a:effectLst/>
                        </a:rPr>
                        <a:t>8</a:t>
                      </a:r>
                      <a:endParaRPr lang="en-US" sz="2200">
                        <a:effectLst/>
                      </a:endParaRPr>
                    </a:p>
                  </a:txBody>
                  <a:tcPr marL="46813" marR="46813" marT="46813" marB="46813"/>
                </a:tc>
                <a:tc>
                  <a:txBody>
                    <a:bodyPr/>
                    <a:lstStyle/>
                    <a:p>
                      <a:r>
                        <a:rPr lang="en-US" sz="1400">
                          <a:effectLst/>
                        </a:rPr>
                        <a:t>Battery Setup (if applicable)</a:t>
                      </a:r>
                      <a:endParaRPr lang="en-US" sz="2200">
                        <a:effectLst/>
                      </a:endParaRPr>
                    </a:p>
                  </a:txBody>
                  <a:tcPr marL="46813" marR="46813" marT="46813" marB="46813"/>
                </a:tc>
                <a:tc>
                  <a:txBody>
                    <a:bodyPr/>
                    <a:lstStyle/>
                    <a:p>
                      <a:r>
                        <a:rPr lang="en-US" sz="1400">
                          <a:effectLst/>
                        </a:rPr>
                        <a:t>Battery Storage</a:t>
                      </a:r>
                      <a:endParaRPr lang="en-US" sz="2200">
                        <a:effectLst/>
                      </a:endParaRPr>
                    </a:p>
                  </a:txBody>
                  <a:tcPr marL="46813" marR="46813" marT="46813" marB="46813"/>
                </a:tc>
                <a:extLst>
                  <a:ext uri="{0D108BD9-81ED-4DB2-BD59-A6C34878D82A}">
                    <a16:rowId xmlns:a16="http://schemas.microsoft.com/office/drawing/2014/main" val="3091203094"/>
                  </a:ext>
                </a:extLst>
              </a:tr>
              <a:tr h="344545">
                <a:tc>
                  <a:txBody>
                    <a:bodyPr/>
                    <a:lstStyle/>
                    <a:p>
                      <a:r>
                        <a:rPr lang="en-US" sz="1400">
                          <a:effectLst/>
                        </a:rPr>
                        <a:t>9</a:t>
                      </a:r>
                      <a:endParaRPr lang="en-US" sz="2200">
                        <a:effectLst/>
                      </a:endParaRPr>
                    </a:p>
                  </a:txBody>
                  <a:tcPr marL="46813" marR="46813" marT="46813" marB="46813"/>
                </a:tc>
                <a:tc>
                  <a:txBody>
                    <a:bodyPr/>
                    <a:lstStyle/>
                    <a:p>
                      <a:r>
                        <a:rPr lang="en-US" sz="1400">
                          <a:effectLst/>
                        </a:rPr>
                        <a:t>System Testing</a:t>
                      </a:r>
                      <a:endParaRPr lang="en-US" sz="2200">
                        <a:effectLst/>
                      </a:endParaRPr>
                    </a:p>
                  </a:txBody>
                  <a:tcPr marL="46813" marR="46813" marT="46813" marB="46813"/>
                </a:tc>
                <a:tc>
                  <a:txBody>
                    <a:bodyPr/>
                    <a:lstStyle/>
                    <a:p>
                      <a:r>
                        <a:rPr lang="en-US" sz="1400">
                          <a:effectLst/>
                        </a:rPr>
                        <a:t>Testing Tools</a:t>
                      </a:r>
                      <a:endParaRPr lang="en-US" sz="2200">
                        <a:effectLst/>
                      </a:endParaRPr>
                    </a:p>
                  </a:txBody>
                  <a:tcPr marL="46813" marR="46813" marT="46813" marB="46813"/>
                </a:tc>
                <a:extLst>
                  <a:ext uri="{0D108BD9-81ED-4DB2-BD59-A6C34878D82A}">
                    <a16:rowId xmlns:a16="http://schemas.microsoft.com/office/drawing/2014/main" val="248621002"/>
                  </a:ext>
                </a:extLst>
              </a:tr>
              <a:tr h="344545">
                <a:tc>
                  <a:txBody>
                    <a:bodyPr/>
                    <a:lstStyle/>
                    <a:p>
                      <a:r>
                        <a:rPr lang="en-US" sz="1400">
                          <a:effectLst/>
                        </a:rPr>
                        <a:t>10</a:t>
                      </a:r>
                      <a:endParaRPr lang="en-US" sz="2200">
                        <a:effectLst/>
                      </a:endParaRPr>
                    </a:p>
                  </a:txBody>
                  <a:tcPr marL="46813" marR="46813" marT="46813" marB="46813"/>
                </a:tc>
                <a:tc>
                  <a:txBody>
                    <a:bodyPr/>
                    <a:lstStyle/>
                    <a:p>
                      <a:r>
                        <a:rPr lang="en-US" sz="1400">
                          <a:effectLst/>
                        </a:rPr>
                        <a:t>Activation</a:t>
                      </a:r>
                      <a:endParaRPr lang="en-US" sz="2200">
                        <a:effectLst/>
                      </a:endParaRPr>
                    </a:p>
                  </a:txBody>
                  <a:tcPr marL="46813" marR="46813" marT="46813" marB="46813"/>
                </a:tc>
                <a:tc>
                  <a:txBody>
                    <a:bodyPr/>
                    <a:lstStyle/>
                    <a:p>
                      <a:r>
                        <a:rPr lang="en-US" sz="1400">
                          <a:effectLst/>
                        </a:rPr>
                        <a:t>Monitoring System</a:t>
                      </a:r>
                      <a:endParaRPr lang="en-US" sz="2200">
                        <a:effectLst/>
                      </a:endParaRPr>
                    </a:p>
                  </a:txBody>
                  <a:tcPr marL="46813" marR="46813" marT="46813" marB="46813"/>
                </a:tc>
                <a:extLst>
                  <a:ext uri="{0D108BD9-81ED-4DB2-BD59-A6C34878D82A}">
                    <a16:rowId xmlns:a16="http://schemas.microsoft.com/office/drawing/2014/main" val="3567545343"/>
                  </a:ext>
                </a:extLst>
              </a:tr>
            </a:tbl>
          </a:graphicData>
        </a:graphic>
      </p:graphicFrame>
    </p:spTree>
    <p:extLst>
      <p:ext uri="{BB962C8B-B14F-4D97-AF65-F5344CB8AC3E}">
        <p14:creationId xmlns:p14="http://schemas.microsoft.com/office/powerpoint/2010/main" val="1088403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5EFD66-60F0-DE7A-9B04-4B85CD6FDB02}"/>
              </a:ext>
            </a:extLst>
          </p:cNvPr>
          <p:cNvSpPr>
            <a:spLocks noGrp="1"/>
          </p:cNvSpPr>
          <p:nvPr>
            <p:ph type="title"/>
          </p:nvPr>
        </p:nvSpPr>
        <p:spPr>
          <a:xfrm>
            <a:off x="1157084" y="374427"/>
            <a:ext cx="10374517" cy="971512"/>
          </a:xfrm>
        </p:spPr>
        <p:txBody>
          <a:bodyPr anchor="ctr">
            <a:normAutofit/>
          </a:bodyPr>
          <a:lstStyle/>
          <a:p>
            <a:r>
              <a:rPr lang="en-US" sz="3200">
                <a:solidFill>
                  <a:schemeClr val="bg1"/>
                </a:solidFill>
              </a:rPr>
              <a:t>Comparison of Panel Types</a:t>
            </a:r>
          </a:p>
        </p:txBody>
      </p:sp>
      <p:graphicFrame>
        <p:nvGraphicFramePr>
          <p:cNvPr id="5" name="Content Placeholder 4">
            <a:extLst>
              <a:ext uri="{FF2B5EF4-FFF2-40B4-BE49-F238E27FC236}">
                <a16:creationId xmlns:a16="http://schemas.microsoft.com/office/drawing/2014/main" id="{7A62F9DB-04E8-44B9-9A68-CB476BE345F4}"/>
              </a:ext>
            </a:extLst>
          </p:cNvPr>
          <p:cNvGraphicFramePr>
            <a:graphicFrameLocks noGrp="1"/>
          </p:cNvGraphicFramePr>
          <p:nvPr>
            <p:ph idx="1"/>
          </p:nvPr>
        </p:nvGraphicFramePr>
        <p:xfrm>
          <a:off x="579474" y="2309605"/>
          <a:ext cx="11033030" cy="3695454"/>
        </p:xfrm>
        <a:graphic>
          <a:graphicData uri="http://schemas.openxmlformats.org/drawingml/2006/table">
            <a:tbl>
              <a:tblPr firstRow="1" bandRow="1">
                <a:tableStyleId>{5C22544A-7EE6-4342-B048-85BDC9FD1C3A}</a:tableStyleId>
              </a:tblPr>
              <a:tblGrid>
                <a:gridCol w="2289931">
                  <a:extLst>
                    <a:ext uri="{9D8B030D-6E8A-4147-A177-3AD203B41FA5}">
                      <a16:colId xmlns:a16="http://schemas.microsoft.com/office/drawing/2014/main" val="2688902375"/>
                    </a:ext>
                  </a:extLst>
                </a:gridCol>
                <a:gridCol w="4328214">
                  <a:extLst>
                    <a:ext uri="{9D8B030D-6E8A-4147-A177-3AD203B41FA5}">
                      <a16:colId xmlns:a16="http://schemas.microsoft.com/office/drawing/2014/main" val="3243822944"/>
                    </a:ext>
                  </a:extLst>
                </a:gridCol>
                <a:gridCol w="4414885">
                  <a:extLst>
                    <a:ext uri="{9D8B030D-6E8A-4147-A177-3AD203B41FA5}">
                      <a16:colId xmlns:a16="http://schemas.microsoft.com/office/drawing/2014/main" val="1265153714"/>
                    </a:ext>
                  </a:extLst>
                </a:gridCol>
              </a:tblGrid>
              <a:tr h="527922">
                <a:tc>
                  <a:txBody>
                    <a:bodyPr/>
                    <a:lstStyle/>
                    <a:p>
                      <a:r>
                        <a:rPr lang="en-US" sz="2100">
                          <a:effectLst/>
                        </a:rPr>
                        <a:t>Feature</a:t>
                      </a:r>
                      <a:endParaRPr lang="en-US" sz="3400">
                        <a:effectLst/>
                      </a:endParaRPr>
                    </a:p>
                  </a:txBody>
                  <a:tcPr marL="71728" marR="71728" marT="71728" marB="71728"/>
                </a:tc>
                <a:tc>
                  <a:txBody>
                    <a:bodyPr/>
                    <a:lstStyle/>
                    <a:p>
                      <a:r>
                        <a:rPr lang="en-US" sz="2100">
                          <a:effectLst/>
                        </a:rPr>
                        <a:t>Monocrystalline Solar Panels</a:t>
                      </a:r>
                      <a:endParaRPr lang="en-US" sz="3400">
                        <a:effectLst/>
                      </a:endParaRPr>
                    </a:p>
                  </a:txBody>
                  <a:tcPr marL="71728" marR="71728" marT="71728" marB="71728"/>
                </a:tc>
                <a:tc>
                  <a:txBody>
                    <a:bodyPr/>
                    <a:lstStyle/>
                    <a:p>
                      <a:r>
                        <a:rPr lang="en-US" sz="2100">
                          <a:effectLst/>
                        </a:rPr>
                        <a:t>Polycrystalline Solar Panels</a:t>
                      </a:r>
                      <a:endParaRPr lang="en-US" sz="3400">
                        <a:effectLst/>
                      </a:endParaRPr>
                    </a:p>
                  </a:txBody>
                  <a:tcPr marL="71728" marR="71728" marT="71728" marB="71728"/>
                </a:tc>
                <a:extLst>
                  <a:ext uri="{0D108BD9-81ED-4DB2-BD59-A6C34878D82A}">
                    <a16:rowId xmlns:a16="http://schemas.microsoft.com/office/drawing/2014/main" val="275644198"/>
                  </a:ext>
                </a:extLst>
              </a:tr>
              <a:tr h="527922">
                <a:tc>
                  <a:txBody>
                    <a:bodyPr/>
                    <a:lstStyle/>
                    <a:p>
                      <a:r>
                        <a:rPr lang="en-US" sz="2100">
                          <a:effectLst/>
                        </a:rPr>
                        <a:t>Material</a:t>
                      </a:r>
                      <a:endParaRPr lang="en-US" sz="3400">
                        <a:effectLst/>
                      </a:endParaRPr>
                    </a:p>
                  </a:txBody>
                  <a:tcPr marL="71728" marR="71728" marT="71728" marB="71728"/>
                </a:tc>
                <a:tc>
                  <a:txBody>
                    <a:bodyPr/>
                    <a:lstStyle/>
                    <a:p>
                      <a:r>
                        <a:rPr lang="en-US" sz="2100">
                          <a:effectLst/>
                        </a:rPr>
                        <a:t>Single crystal silicon</a:t>
                      </a:r>
                      <a:endParaRPr lang="en-US" sz="3400">
                        <a:effectLst/>
                      </a:endParaRPr>
                    </a:p>
                  </a:txBody>
                  <a:tcPr marL="71728" marR="71728" marT="71728" marB="71728"/>
                </a:tc>
                <a:tc>
                  <a:txBody>
                    <a:bodyPr/>
                    <a:lstStyle/>
                    <a:p>
                      <a:r>
                        <a:rPr lang="en-US" sz="2100">
                          <a:effectLst/>
                        </a:rPr>
                        <a:t>Multiple silicon crystals</a:t>
                      </a:r>
                      <a:endParaRPr lang="en-US" sz="3400">
                        <a:effectLst/>
                      </a:endParaRPr>
                    </a:p>
                  </a:txBody>
                  <a:tcPr marL="71728" marR="71728" marT="71728" marB="71728"/>
                </a:tc>
                <a:extLst>
                  <a:ext uri="{0D108BD9-81ED-4DB2-BD59-A6C34878D82A}">
                    <a16:rowId xmlns:a16="http://schemas.microsoft.com/office/drawing/2014/main" val="319337841"/>
                  </a:ext>
                </a:extLst>
              </a:tr>
              <a:tr h="527922">
                <a:tc>
                  <a:txBody>
                    <a:bodyPr/>
                    <a:lstStyle/>
                    <a:p>
                      <a:r>
                        <a:rPr lang="en-US" sz="2100">
                          <a:effectLst/>
                        </a:rPr>
                        <a:t>Efficiency</a:t>
                      </a:r>
                      <a:endParaRPr lang="en-US" sz="3400">
                        <a:effectLst/>
                      </a:endParaRPr>
                    </a:p>
                  </a:txBody>
                  <a:tcPr marL="71728" marR="71728" marT="71728" marB="71728"/>
                </a:tc>
                <a:tc>
                  <a:txBody>
                    <a:bodyPr/>
                    <a:lstStyle/>
                    <a:p>
                      <a:r>
                        <a:rPr lang="en-US" sz="2100">
                          <a:effectLst/>
                        </a:rPr>
                        <a:t>15-20%</a:t>
                      </a:r>
                      <a:endParaRPr lang="en-US" sz="3400">
                        <a:effectLst/>
                      </a:endParaRPr>
                    </a:p>
                  </a:txBody>
                  <a:tcPr marL="71728" marR="71728" marT="71728" marB="71728"/>
                </a:tc>
                <a:tc>
                  <a:txBody>
                    <a:bodyPr/>
                    <a:lstStyle/>
                    <a:p>
                      <a:r>
                        <a:rPr lang="en-US" sz="2100">
                          <a:effectLst/>
                        </a:rPr>
                        <a:t>13-16%</a:t>
                      </a:r>
                      <a:endParaRPr lang="en-US" sz="3400">
                        <a:effectLst/>
                      </a:endParaRPr>
                    </a:p>
                  </a:txBody>
                  <a:tcPr marL="71728" marR="71728" marT="71728" marB="71728"/>
                </a:tc>
                <a:extLst>
                  <a:ext uri="{0D108BD9-81ED-4DB2-BD59-A6C34878D82A}">
                    <a16:rowId xmlns:a16="http://schemas.microsoft.com/office/drawing/2014/main" val="1174276524"/>
                  </a:ext>
                </a:extLst>
              </a:tr>
              <a:tr h="527922">
                <a:tc>
                  <a:txBody>
                    <a:bodyPr/>
                    <a:lstStyle/>
                    <a:p>
                      <a:r>
                        <a:rPr lang="en-US" sz="2100">
                          <a:effectLst/>
                        </a:rPr>
                        <a:t>Appearance</a:t>
                      </a:r>
                      <a:endParaRPr lang="en-US" sz="3400">
                        <a:effectLst/>
                      </a:endParaRPr>
                    </a:p>
                  </a:txBody>
                  <a:tcPr marL="71728" marR="71728" marT="71728" marB="71728"/>
                </a:tc>
                <a:tc>
                  <a:txBody>
                    <a:bodyPr/>
                    <a:lstStyle/>
                    <a:p>
                      <a:r>
                        <a:rPr lang="en-US" sz="2100">
                          <a:effectLst/>
                        </a:rPr>
                        <a:t>Sleek, uniform black</a:t>
                      </a:r>
                      <a:endParaRPr lang="en-US" sz="3400">
                        <a:effectLst/>
                      </a:endParaRPr>
                    </a:p>
                  </a:txBody>
                  <a:tcPr marL="71728" marR="71728" marT="71728" marB="71728"/>
                </a:tc>
                <a:tc>
                  <a:txBody>
                    <a:bodyPr/>
                    <a:lstStyle/>
                    <a:p>
                      <a:r>
                        <a:rPr lang="en-US" sz="2100">
                          <a:effectLst/>
                        </a:rPr>
                        <a:t>Bluer, speckled</a:t>
                      </a:r>
                      <a:endParaRPr lang="en-US" sz="3400">
                        <a:effectLst/>
                      </a:endParaRPr>
                    </a:p>
                  </a:txBody>
                  <a:tcPr marL="71728" marR="71728" marT="71728" marB="71728"/>
                </a:tc>
                <a:extLst>
                  <a:ext uri="{0D108BD9-81ED-4DB2-BD59-A6C34878D82A}">
                    <a16:rowId xmlns:a16="http://schemas.microsoft.com/office/drawing/2014/main" val="167674513"/>
                  </a:ext>
                </a:extLst>
              </a:tr>
              <a:tr h="527922">
                <a:tc>
                  <a:txBody>
                    <a:bodyPr/>
                    <a:lstStyle/>
                    <a:p>
                      <a:r>
                        <a:rPr lang="en-US" sz="2100">
                          <a:effectLst/>
                        </a:rPr>
                        <a:t>Cost</a:t>
                      </a:r>
                      <a:endParaRPr lang="en-US" sz="3400">
                        <a:effectLst/>
                      </a:endParaRPr>
                    </a:p>
                  </a:txBody>
                  <a:tcPr marL="71728" marR="71728" marT="71728" marB="71728"/>
                </a:tc>
                <a:tc>
                  <a:txBody>
                    <a:bodyPr/>
                    <a:lstStyle/>
                    <a:p>
                      <a:r>
                        <a:rPr lang="en-US" sz="2100">
                          <a:effectLst/>
                        </a:rPr>
                        <a:t>Higher</a:t>
                      </a:r>
                      <a:endParaRPr lang="en-US" sz="3400">
                        <a:effectLst/>
                      </a:endParaRPr>
                    </a:p>
                  </a:txBody>
                  <a:tcPr marL="71728" marR="71728" marT="71728" marB="71728"/>
                </a:tc>
                <a:tc>
                  <a:txBody>
                    <a:bodyPr/>
                    <a:lstStyle/>
                    <a:p>
                      <a:r>
                        <a:rPr lang="en-US" sz="2100">
                          <a:effectLst/>
                        </a:rPr>
                        <a:t>Lower</a:t>
                      </a:r>
                      <a:endParaRPr lang="en-US" sz="3400">
                        <a:effectLst/>
                      </a:endParaRPr>
                    </a:p>
                  </a:txBody>
                  <a:tcPr marL="71728" marR="71728" marT="71728" marB="71728"/>
                </a:tc>
                <a:extLst>
                  <a:ext uri="{0D108BD9-81ED-4DB2-BD59-A6C34878D82A}">
                    <a16:rowId xmlns:a16="http://schemas.microsoft.com/office/drawing/2014/main" val="3455114842"/>
                  </a:ext>
                </a:extLst>
              </a:tr>
              <a:tr h="527922">
                <a:tc>
                  <a:txBody>
                    <a:bodyPr/>
                    <a:lstStyle/>
                    <a:p>
                      <a:r>
                        <a:rPr lang="en-US" sz="2100">
                          <a:effectLst/>
                        </a:rPr>
                        <a:t>Space Efficiency</a:t>
                      </a:r>
                      <a:endParaRPr lang="en-US" sz="3400">
                        <a:effectLst/>
                      </a:endParaRPr>
                    </a:p>
                  </a:txBody>
                  <a:tcPr marL="71728" marR="71728" marT="71728" marB="71728"/>
                </a:tc>
                <a:tc>
                  <a:txBody>
                    <a:bodyPr/>
                    <a:lstStyle/>
                    <a:p>
                      <a:r>
                        <a:rPr lang="en-US" sz="2100">
                          <a:effectLst/>
                        </a:rPr>
                        <a:t>More efficient, requires less space</a:t>
                      </a:r>
                      <a:endParaRPr lang="en-US" sz="3400">
                        <a:effectLst/>
                      </a:endParaRPr>
                    </a:p>
                  </a:txBody>
                  <a:tcPr marL="71728" marR="71728" marT="71728" marB="71728"/>
                </a:tc>
                <a:tc>
                  <a:txBody>
                    <a:bodyPr/>
                    <a:lstStyle/>
                    <a:p>
                      <a:r>
                        <a:rPr lang="en-US" sz="2100">
                          <a:effectLst/>
                        </a:rPr>
                        <a:t>Less efficient, requires more space</a:t>
                      </a:r>
                      <a:endParaRPr lang="en-US" sz="3400">
                        <a:effectLst/>
                      </a:endParaRPr>
                    </a:p>
                  </a:txBody>
                  <a:tcPr marL="71728" marR="71728" marT="71728" marB="71728"/>
                </a:tc>
                <a:extLst>
                  <a:ext uri="{0D108BD9-81ED-4DB2-BD59-A6C34878D82A}">
                    <a16:rowId xmlns:a16="http://schemas.microsoft.com/office/drawing/2014/main" val="2826941980"/>
                  </a:ext>
                </a:extLst>
              </a:tr>
              <a:tr h="527922">
                <a:tc>
                  <a:txBody>
                    <a:bodyPr/>
                    <a:lstStyle/>
                    <a:p>
                      <a:r>
                        <a:rPr lang="en-US" sz="2100">
                          <a:effectLst/>
                        </a:rPr>
                        <a:t>Longevity</a:t>
                      </a:r>
                      <a:endParaRPr lang="en-US" sz="3400">
                        <a:effectLst/>
                      </a:endParaRPr>
                    </a:p>
                  </a:txBody>
                  <a:tcPr marL="71728" marR="71728" marT="71728" marB="71728"/>
                </a:tc>
                <a:tc>
                  <a:txBody>
                    <a:bodyPr/>
                    <a:lstStyle/>
                    <a:p>
                      <a:r>
                        <a:rPr lang="en-US" sz="2100">
                          <a:effectLst/>
                        </a:rPr>
                        <a:t>Generally longer lifespan</a:t>
                      </a:r>
                      <a:endParaRPr lang="en-US" sz="3400">
                        <a:effectLst/>
                      </a:endParaRPr>
                    </a:p>
                  </a:txBody>
                  <a:tcPr marL="71728" marR="71728" marT="71728" marB="71728"/>
                </a:tc>
                <a:tc>
                  <a:txBody>
                    <a:bodyPr/>
                    <a:lstStyle/>
                    <a:p>
                      <a:r>
                        <a:rPr lang="en-US" sz="2100">
                          <a:effectLst/>
                        </a:rPr>
                        <a:t>Slightly shorter lifespan</a:t>
                      </a:r>
                      <a:endParaRPr lang="en-US" sz="3400">
                        <a:effectLst/>
                      </a:endParaRPr>
                    </a:p>
                  </a:txBody>
                  <a:tcPr marL="71728" marR="71728" marT="71728" marB="71728"/>
                </a:tc>
                <a:extLst>
                  <a:ext uri="{0D108BD9-81ED-4DB2-BD59-A6C34878D82A}">
                    <a16:rowId xmlns:a16="http://schemas.microsoft.com/office/drawing/2014/main" val="2794263558"/>
                  </a:ext>
                </a:extLst>
              </a:tr>
            </a:tbl>
          </a:graphicData>
        </a:graphic>
      </p:graphicFrame>
    </p:spTree>
    <p:extLst>
      <p:ext uri="{BB962C8B-B14F-4D97-AF65-F5344CB8AC3E}">
        <p14:creationId xmlns:p14="http://schemas.microsoft.com/office/powerpoint/2010/main" val="295350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45E4AB72-1C42-427F-801C-32A12FD69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59D82-8826-B962-D441-1717F83CAE8A}"/>
              </a:ext>
            </a:extLst>
          </p:cNvPr>
          <p:cNvSpPr>
            <a:spLocks noGrp="1"/>
          </p:cNvSpPr>
          <p:nvPr>
            <p:ph type="title"/>
          </p:nvPr>
        </p:nvSpPr>
        <p:spPr>
          <a:xfrm>
            <a:off x="1066800" y="914400"/>
            <a:ext cx="5148943" cy="1705383"/>
          </a:xfrm>
        </p:spPr>
        <p:txBody>
          <a:bodyPr vert="horz" lIns="0" tIns="0" rIns="0" bIns="0" rtlCol="0" anchor="t">
            <a:normAutofit/>
          </a:bodyPr>
          <a:lstStyle/>
          <a:p>
            <a:pPr algn="r"/>
            <a:r>
              <a:rPr lang="en-US"/>
              <a:t>Solar Panel Installation</a:t>
            </a:r>
          </a:p>
        </p:txBody>
      </p:sp>
      <p:sp>
        <p:nvSpPr>
          <p:cNvPr id="4" name="Content Placeholder 3">
            <a:extLst>
              <a:ext uri="{FF2B5EF4-FFF2-40B4-BE49-F238E27FC236}">
                <a16:creationId xmlns:a16="http://schemas.microsoft.com/office/drawing/2014/main" id="{9E3D42C7-21D0-99F5-354E-9F635A4065D6}"/>
              </a:ext>
            </a:extLst>
          </p:cNvPr>
          <p:cNvSpPr>
            <a:spLocks noGrp="1"/>
          </p:cNvSpPr>
          <p:nvPr>
            <p:ph sz="half" idx="2"/>
          </p:nvPr>
        </p:nvSpPr>
        <p:spPr>
          <a:xfrm>
            <a:off x="1066800" y="2764631"/>
            <a:ext cx="5029201" cy="2760562"/>
          </a:xfrm>
        </p:spPr>
        <p:txBody>
          <a:bodyPr vert="horz" lIns="0" tIns="0" rIns="0" bIns="0" rtlCol="0" anchor="b">
            <a:normAutofit/>
          </a:bodyPr>
          <a:lstStyle/>
          <a:p>
            <a:pPr algn="r">
              <a:lnSpc>
                <a:spcPct val="110000"/>
              </a:lnSpc>
            </a:pPr>
            <a:r>
              <a:rPr lang="en-US" sz="1200"/>
              <a:t>Steps for Installing Solar Panels</a:t>
            </a:r>
          </a:p>
          <a:p>
            <a:pPr lvl="1" algn="r">
              <a:lnSpc>
                <a:spcPct val="110000"/>
              </a:lnSpc>
            </a:pPr>
            <a:r>
              <a:rPr lang="en-US" sz="1200"/>
              <a:t>Assess the roof's condition and suitability</a:t>
            </a:r>
          </a:p>
          <a:p>
            <a:pPr lvl="1" algn="r">
              <a:lnSpc>
                <a:spcPct val="110000"/>
              </a:lnSpc>
            </a:pPr>
            <a:r>
              <a:rPr lang="en-US" sz="1200"/>
              <a:t>Design the solar panel layout</a:t>
            </a:r>
          </a:p>
          <a:p>
            <a:pPr lvl="1" algn="r">
              <a:lnSpc>
                <a:spcPct val="110000"/>
              </a:lnSpc>
            </a:pPr>
            <a:r>
              <a:rPr lang="en-US" sz="1200"/>
              <a:t>Install mounting system</a:t>
            </a:r>
          </a:p>
          <a:p>
            <a:pPr lvl="1" algn="r">
              <a:lnSpc>
                <a:spcPct val="110000"/>
              </a:lnSpc>
            </a:pPr>
            <a:r>
              <a:rPr lang="en-US" sz="1200"/>
              <a:t>Attach solar panels to the mounting system</a:t>
            </a:r>
          </a:p>
          <a:p>
            <a:pPr algn="r">
              <a:lnSpc>
                <a:spcPct val="110000"/>
              </a:lnSpc>
            </a:pPr>
            <a:r>
              <a:rPr lang="en-US" sz="1200"/>
              <a:t>Electrical Connection Setup</a:t>
            </a:r>
          </a:p>
          <a:p>
            <a:pPr lvl="1" algn="r">
              <a:lnSpc>
                <a:spcPct val="110000"/>
              </a:lnSpc>
            </a:pPr>
            <a:r>
              <a:rPr lang="en-US" sz="1200"/>
              <a:t>Install the inverter</a:t>
            </a:r>
          </a:p>
          <a:p>
            <a:pPr lvl="1" algn="r">
              <a:lnSpc>
                <a:spcPct val="110000"/>
              </a:lnSpc>
            </a:pPr>
            <a:r>
              <a:rPr lang="en-US" sz="1200"/>
              <a:t>Connect the solar panels to the inverter</a:t>
            </a:r>
          </a:p>
          <a:p>
            <a:pPr lvl="1" algn="r">
              <a:lnSpc>
                <a:spcPct val="110000"/>
              </a:lnSpc>
            </a:pPr>
            <a:r>
              <a:rPr lang="en-US" sz="1200"/>
              <a:t>Set up the battery storage system</a:t>
            </a:r>
          </a:p>
          <a:p>
            <a:pPr lvl="1" algn="r">
              <a:lnSpc>
                <a:spcPct val="110000"/>
              </a:lnSpc>
            </a:pPr>
            <a:r>
              <a:rPr lang="en-US" sz="1200"/>
              <a:t>Connect the system to the home’s electrical panel</a:t>
            </a:r>
          </a:p>
        </p:txBody>
      </p:sp>
      <p:sp>
        <p:nvSpPr>
          <p:cNvPr id="17" name="Rectangle 16">
            <a:extLst>
              <a:ext uri="{FF2B5EF4-FFF2-40B4-BE49-F238E27FC236}">
                <a16:creationId xmlns:a16="http://schemas.microsoft.com/office/drawing/2014/main" id="{4CC257D2-6895-4677-996F-1A5FBB7F7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 y="6400800"/>
            <a:ext cx="12191999" cy="457198"/>
          </a:xfrm>
          <a:prstGeom prst="rect">
            <a:avLst/>
          </a:prstGeom>
          <a:gradFill>
            <a:gsLst>
              <a:gs pos="0">
                <a:schemeClr val="accent5">
                  <a:alpha val="80000"/>
                </a:schemeClr>
              </a:gs>
              <a:gs pos="100000">
                <a:schemeClr val="accent6">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28FF51-22A9-49F6-8C79-1FFC470CA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800"/>
            <a:ext cx="8153396" cy="457200"/>
          </a:xfrm>
          <a:prstGeom prst="rect">
            <a:avLst/>
          </a:prstGeom>
          <a:gradFill>
            <a:gsLst>
              <a:gs pos="0">
                <a:schemeClr val="accent6">
                  <a:alpha val="61000"/>
                </a:schemeClr>
              </a:gs>
              <a:gs pos="99000">
                <a:schemeClr val="accent2">
                  <a:alpha val="77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B1932BDD-65E2-46A0-89DA-5B1ADC960A97}"/>
              </a:ext>
            </a:extLst>
          </p:cNvPr>
          <p:cNvGraphicFramePr>
            <a:graphicFrameLocks noGrp="1"/>
          </p:cNvGraphicFramePr>
          <p:nvPr>
            <p:ph sz="half" idx="1"/>
          </p:nvPr>
        </p:nvGraphicFramePr>
        <p:xfrm>
          <a:off x="6555971" y="1381949"/>
          <a:ext cx="5636030" cy="3789995"/>
        </p:xfrm>
        <a:graphic>
          <a:graphicData uri="http://schemas.openxmlformats.org/drawingml/2006/table">
            <a:tbl>
              <a:tblPr firstRow="1" bandRow="1">
                <a:tableStyleId>{5C22544A-7EE6-4342-B048-85BDC9FD1C3A}</a:tableStyleId>
              </a:tblPr>
              <a:tblGrid>
                <a:gridCol w="573853">
                  <a:extLst>
                    <a:ext uri="{9D8B030D-6E8A-4147-A177-3AD203B41FA5}">
                      <a16:colId xmlns:a16="http://schemas.microsoft.com/office/drawing/2014/main" val="1911782819"/>
                    </a:ext>
                  </a:extLst>
                </a:gridCol>
                <a:gridCol w="2356863">
                  <a:extLst>
                    <a:ext uri="{9D8B030D-6E8A-4147-A177-3AD203B41FA5}">
                      <a16:colId xmlns:a16="http://schemas.microsoft.com/office/drawing/2014/main" val="3158230735"/>
                    </a:ext>
                  </a:extLst>
                </a:gridCol>
                <a:gridCol w="2705314">
                  <a:extLst>
                    <a:ext uri="{9D8B030D-6E8A-4147-A177-3AD203B41FA5}">
                      <a16:colId xmlns:a16="http://schemas.microsoft.com/office/drawing/2014/main" val="2844758439"/>
                    </a:ext>
                  </a:extLst>
                </a:gridCol>
              </a:tblGrid>
              <a:tr h="344545">
                <a:tc>
                  <a:txBody>
                    <a:bodyPr/>
                    <a:lstStyle/>
                    <a:p>
                      <a:r>
                        <a:rPr lang="en-US" sz="1400">
                          <a:effectLst/>
                        </a:rPr>
                        <a:t>Step</a:t>
                      </a:r>
                      <a:endParaRPr lang="en-US" sz="2200">
                        <a:effectLst/>
                      </a:endParaRPr>
                    </a:p>
                  </a:txBody>
                  <a:tcPr marL="46813" marR="46813" marT="46813" marB="46813"/>
                </a:tc>
                <a:tc>
                  <a:txBody>
                    <a:bodyPr/>
                    <a:lstStyle/>
                    <a:p>
                      <a:r>
                        <a:rPr lang="en-US" sz="1400">
                          <a:effectLst/>
                        </a:rPr>
                        <a:t>Description</a:t>
                      </a:r>
                      <a:endParaRPr lang="en-US" sz="2200">
                        <a:effectLst/>
                      </a:endParaRPr>
                    </a:p>
                  </a:txBody>
                  <a:tcPr marL="46813" marR="46813" marT="46813" marB="46813"/>
                </a:tc>
                <a:tc>
                  <a:txBody>
                    <a:bodyPr/>
                    <a:lstStyle/>
                    <a:p>
                      <a:r>
                        <a:rPr lang="en-US" sz="1400">
                          <a:effectLst/>
                        </a:rPr>
                        <a:t>Component</a:t>
                      </a:r>
                      <a:endParaRPr lang="en-US" sz="2200">
                        <a:effectLst/>
                      </a:endParaRPr>
                    </a:p>
                  </a:txBody>
                  <a:tcPr marL="46813" marR="46813" marT="46813" marB="46813"/>
                </a:tc>
                <a:extLst>
                  <a:ext uri="{0D108BD9-81ED-4DB2-BD59-A6C34878D82A}">
                    <a16:rowId xmlns:a16="http://schemas.microsoft.com/office/drawing/2014/main" val="523679213"/>
                  </a:ext>
                </a:extLst>
              </a:tr>
              <a:tr h="344545">
                <a:tc>
                  <a:txBody>
                    <a:bodyPr/>
                    <a:lstStyle/>
                    <a:p>
                      <a:r>
                        <a:rPr lang="en-US" sz="1400">
                          <a:effectLst/>
                        </a:rPr>
                        <a:t>1</a:t>
                      </a:r>
                      <a:endParaRPr lang="en-US" sz="2200">
                        <a:effectLst/>
                      </a:endParaRPr>
                    </a:p>
                  </a:txBody>
                  <a:tcPr marL="46813" marR="46813" marT="46813" marB="46813"/>
                </a:tc>
                <a:tc>
                  <a:txBody>
                    <a:bodyPr/>
                    <a:lstStyle/>
                    <a:p>
                      <a:r>
                        <a:rPr lang="en-US" sz="1400">
                          <a:effectLst/>
                        </a:rPr>
                        <a:t>Site Assessment</a:t>
                      </a:r>
                      <a:endParaRPr lang="en-US" sz="2200">
                        <a:effectLst/>
                      </a:endParaRPr>
                    </a:p>
                  </a:txBody>
                  <a:tcPr marL="46813" marR="46813" marT="46813" marB="46813"/>
                </a:tc>
                <a:tc>
                  <a:txBody>
                    <a:bodyPr/>
                    <a:lstStyle/>
                    <a:p>
                      <a:r>
                        <a:rPr lang="en-US" sz="1400">
                          <a:effectLst/>
                        </a:rPr>
                        <a:t>Solar Engineer</a:t>
                      </a:r>
                      <a:endParaRPr lang="en-US" sz="2200">
                        <a:effectLst/>
                      </a:endParaRPr>
                    </a:p>
                  </a:txBody>
                  <a:tcPr marL="46813" marR="46813" marT="46813" marB="46813"/>
                </a:tc>
                <a:extLst>
                  <a:ext uri="{0D108BD9-81ED-4DB2-BD59-A6C34878D82A}">
                    <a16:rowId xmlns:a16="http://schemas.microsoft.com/office/drawing/2014/main" val="3041484650"/>
                  </a:ext>
                </a:extLst>
              </a:tr>
              <a:tr h="344545">
                <a:tc>
                  <a:txBody>
                    <a:bodyPr/>
                    <a:lstStyle/>
                    <a:p>
                      <a:r>
                        <a:rPr lang="en-US" sz="1400">
                          <a:effectLst/>
                        </a:rPr>
                        <a:t>2</a:t>
                      </a:r>
                      <a:endParaRPr lang="en-US" sz="2200">
                        <a:effectLst/>
                      </a:endParaRPr>
                    </a:p>
                  </a:txBody>
                  <a:tcPr marL="46813" marR="46813" marT="46813" marB="46813"/>
                </a:tc>
                <a:tc>
                  <a:txBody>
                    <a:bodyPr/>
                    <a:lstStyle/>
                    <a:p>
                      <a:r>
                        <a:rPr lang="en-US" sz="1400">
                          <a:effectLst/>
                        </a:rPr>
                        <a:t>Design and Planning</a:t>
                      </a:r>
                      <a:endParaRPr lang="en-US" sz="2200">
                        <a:effectLst/>
                      </a:endParaRPr>
                    </a:p>
                  </a:txBody>
                  <a:tcPr marL="46813" marR="46813" marT="46813" marB="46813"/>
                </a:tc>
                <a:tc>
                  <a:txBody>
                    <a:bodyPr/>
                    <a:lstStyle/>
                    <a:p>
                      <a:r>
                        <a:rPr lang="en-US" sz="1400">
                          <a:effectLst/>
                        </a:rPr>
                        <a:t>Design Software</a:t>
                      </a:r>
                      <a:endParaRPr lang="en-US" sz="2200">
                        <a:effectLst/>
                      </a:endParaRPr>
                    </a:p>
                  </a:txBody>
                  <a:tcPr marL="46813" marR="46813" marT="46813" marB="46813"/>
                </a:tc>
                <a:extLst>
                  <a:ext uri="{0D108BD9-81ED-4DB2-BD59-A6C34878D82A}">
                    <a16:rowId xmlns:a16="http://schemas.microsoft.com/office/drawing/2014/main" val="450240312"/>
                  </a:ext>
                </a:extLst>
              </a:tr>
              <a:tr h="344545">
                <a:tc>
                  <a:txBody>
                    <a:bodyPr/>
                    <a:lstStyle/>
                    <a:p>
                      <a:r>
                        <a:rPr lang="en-US" sz="1400">
                          <a:effectLst/>
                        </a:rPr>
                        <a:t>3</a:t>
                      </a:r>
                      <a:endParaRPr lang="en-US" sz="2200">
                        <a:effectLst/>
                      </a:endParaRPr>
                    </a:p>
                  </a:txBody>
                  <a:tcPr marL="46813" marR="46813" marT="46813" marB="46813"/>
                </a:tc>
                <a:tc>
                  <a:txBody>
                    <a:bodyPr/>
                    <a:lstStyle/>
                    <a:p>
                      <a:r>
                        <a:rPr lang="en-US" sz="1400">
                          <a:effectLst/>
                        </a:rPr>
                        <a:t>Permitting</a:t>
                      </a:r>
                      <a:endParaRPr lang="en-US" sz="2200">
                        <a:effectLst/>
                      </a:endParaRPr>
                    </a:p>
                  </a:txBody>
                  <a:tcPr marL="46813" marR="46813" marT="46813" marB="46813"/>
                </a:tc>
                <a:tc>
                  <a:txBody>
                    <a:bodyPr/>
                    <a:lstStyle/>
                    <a:p>
                      <a:r>
                        <a:rPr lang="en-US" sz="1400">
                          <a:effectLst/>
                        </a:rPr>
                        <a:t>Permit Documents</a:t>
                      </a:r>
                      <a:endParaRPr lang="en-US" sz="2200">
                        <a:effectLst/>
                      </a:endParaRPr>
                    </a:p>
                  </a:txBody>
                  <a:tcPr marL="46813" marR="46813" marT="46813" marB="46813"/>
                </a:tc>
                <a:extLst>
                  <a:ext uri="{0D108BD9-81ED-4DB2-BD59-A6C34878D82A}">
                    <a16:rowId xmlns:a16="http://schemas.microsoft.com/office/drawing/2014/main" val="4168534854"/>
                  </a:ext>
                </a:extLst>
              </a:tr>
              <a:tr h="344545">
                <a:tc>
                  <a:txBody>
                    <a:bodyPr/>
                    <a:lstStyle/>
                    <a:p>
                      <a:r>
                        <a:rPr lang="en-US" sz="1400">
                          <a:effectLst/>
                        </a:rPr>
                        <a:t>4</a:t>
                      </a:r>
                      <a:endParaRPr lang="en-US" sz="2200">
                        <a:effectLst/>
                      </a:endParaRPr>
                    </a:p>
                  </a:txBody>
                  <a:tcPr marL="46813" marR="46813" marT="46813" marB="46813"/>
                </a:tc>
                <a:tc>
                  <a:txBody>
                    <a:bodyPr/>
                    <a:lstStyle/>
                    <a:p>
                      <a:r>
                        <a:rPr lang="en-US" sz="1400">
                          <a:effectLst/>
                        </a:rPr>
                        <a:t>Mount Installation</a:t>
                      </a:r>
                      <a:endParaRPr lang="en-US" sz="2200">
                        <a:effectLst/>
                      </a:endParaRPr>
                    </a:p>
                  </a:txBody>
                  <a:tcPr marL="46813" marR="46813" marT="46813" marB="46813"/>
                </a:tc>
                <a:tc>
                  <a:txBody>
                    <a:bodyPr/>
                    <a:lstStyle/>
                    <a:p>
                      <a:r>
                        <a:rPr lang="en-US" sz="1400">
                          <a:effectLst/>
                        </a:rPr>
                        <a:t>Mounting Hardware</a:t>
                      </a:r>
                      <a:endParaRPr lang="en-US" sz="2200">
                        <a:effectLst/>
                      </a:endParaRPr>
                    </a:p>
                  </a:txBody>
                  <a:tcPr marL="46813" marR="46813" marT="46813" marB="46813"/>
                </a:tc>
                <a:extLst>
                  <a:ext uri="{0D108BD9-81ED-4DB2-BD59-A6C34878D82A}">
                    <a16:rowId xmlns:a16="http://schemas.microsoft.com/office/drawing/2014/main" val="3337952632"/>
                  </a:ext>
                </a:extLst>
              </a:tr>
              <a:tr h="344545">
                <a:tc>
                  <a:txBody>
                    <a:bodyPr/>
                    <a:lstStyle/>
                    <a:p>
                      <a:r>
                        <a:rPr lang="en-US" sz="1400">
                          <a:effectLst/>
                        </a:rPr>
                        <a:t>5</a:t>
                      </a:r>
                      <a:endParaRPr lang="en-US" sz="2200">
                        <a:effectLst/>
                      </a:endParaRPr>
                    </a:p>
                  </a:txBody>
                  <a:tcPr marL="46813" marR="46813" marT="46813" marB="46813"/>
                </a:tc>
                <a:tc>
                  <a:txBody>
                    <a:bodyPr/>
                    <a:lstStyle/>
                    <a:p>
                      <a:r>
                        <a:rPr lang="en-US" sz="1400">
                          <a:effectLst/>
                        </a:rPr>
                        <a:t>Panel Installation</a:t>
                      </a:r>
                      <a:endParaRPr lang="en-US" sz="2200">
                        <a:effectLst/>
                      </a:endParaRPr>
                    </a:p>
                  </a:txBody>
                  <a:tcPr marL="46813" marR="46813" marT="46813" marB="46813"/>
                </a:tc>
                <a:tc>
                  <a:txBody>
                    <a:bodyPr/>
                    <a:lstStyle/>
                    <a:p>
                      <a:r>
                        <a:rPr lang="en-US" sz="1400">
                          <a:effectLst/>
                        </a:rPr>
                        <a:t>Solar Panels</a:t>
                      </a:r>
                      <a:endParaRPr lang="en-US" sz="2200">
                        <a:effectLst/>
                      </a:endParaRPr>
                    </a:p>
                  </a:txBody>
                  <a:tcPr marL="46813" marR="46813" marT="46813" marB="46813"/>
                </a:tc>
                <a:extLst>
                  <a:ext uri="{0D108BD9-81ED-4DB2-BD59-A6C34878D82A}">
                    <a16:rowId xmlns:a16="http://schemas.microsoft.com/office/drawing/2014/main" val="2650776313"/>
                  </a:ext>
                </a:extLst>
              </a:tr>
              <a:tr h="344545">
                <a:tc>
                  <a:txBody>
                    <a:bodyPr/>
                    <a:lstStyle/>
                    <a:p>
                      <a:r>
                        <a:rPr lang="en-US" sz="1400">
                          <a:effectLst/>
                        </a:rPr>
                        <a:t>6</a:t>
                      </a:r>
                      <a:endParaRPr lang="en-US" sz="2200">
                        <a:effectLst/>
                      </a:endParaRPr>
                    </a:p>
                  </a:txBody>
                  <a:tcPr marL="46813" marR="46813" marT="46813" marB="46813"/>
                </a:tc>
                <a:tc>
                  <a:txBody>
                    <a:bodyPr/>
                    <a:lstStyle/>
                    <a:p>
                      <a:r>
                        <a:rPr lang="en-US" sz="1400">
                          <a:effectLst/>
                        </a:rPr>
                        <a:t>Electrical Wiring</a:t>
                      </a:r>
                      <a:endParaRPr lang="en-US" sz="2200">
                        <a:effectLst/>
                      </a:endParaRPr>
                    </a:p>
                  </a:txBody>
                  <a:tcPr marL="46813" marR="46813" marT="46813" marB="46813"/>
                </a:tc>
                <a:tc>
                  <a:txBody>
                    <a:bodyPr/>
                    <a:lstStyle/>
                    <a:p>
                      <a:r>
                        <a:rPr lang="en-US" sz="1400">
                          <a:effectLst/>
                        </a:rPr>
                        <a:t>Wiring &amp; Conduits</a:t>
                      </a:r>
                      <a:endParaRPr lang="en-US" sz="2200">
                        <a:effectLst/>
                      </a:endParaRPr>
                    </a:p>
                  </a:txBody>
                  <a:tcPr marL="46813" marR="46813" marT="46813" marB="46813"/>
                </a:tc>
                <a:extLst>
                  <a:ext uri="{0D108BD9-81ED-4DB2-BD59-A6C34878D82A}">
                    <a16:rowId xmlns:a16="http://schemas.microsoft.com/office/drawing/2014/main" val="1999873966"/>
                  </a:ext>
                </a:extLst>
              </a:tr>
              <a:tr h="344545">
                <a:tc>
                  <a:txBody>
                    <a:bodyPr/>
                    <a:lstStyle/>
                    <a:p>
                      <a:r>
                        <a:rPr lang="en-US" sz="1400">
                          <a:effectLst/>
                        </a:rPr>
                        <a:t>7</a:t>
                      </a:r>
                      <a:endParaRPr lang="en-US" sz="2200">
                        <a:effectLst/>
                      </a:endParaRPr>
                    </a:p>
                  </a:txBody>
                  <a:tcPr marL="46813" marR="46813" marT="46813" marB="46813"/>
                </a:tc>
                <a:tc>
                  <a:txBody>
                    <a:bodyPr/>
                    <a:lstStyle/>
                    <a:p>
                      <a:r>
                        <a:rPr lang="en-US" sz="1400">
                          <a:effectLst/>
                        </a:rPr>
                        <a:t>Connecting Inverter</a:t>
                      </a:r>
                      <a:endParaRPr lang="en-US" sz="2200">
                        <a:effectLst/>
                      </a:endParaRPr>
                    </a:p>
                  </a:txBody>
                  <a:tcPr marL="46813" marR="46813" marT="46813" marB="46813"/>
                </a:tc>
                <a:tc>
                  <a:txBody>
                    <a:bodyPr/>
                    <a:lstStyle/>
                    <a:p>
                      <a:r>
                        <a:rPr lang="en-US" sz="1400">
                          <a:effectLst/>
                        </a:rPr>
                        <a:t>Inverter</a:t>
                      </a:r>
                      <a:endParaRPr lang="en-US" sz="2200">
                        <a:effectLst/>
                      </a:endParaRPr>
                    </a:p>
                  </a:txBody>
                  <a:tcPr marL="46813" marR="46813" marT="46813" marB="46813"/>
                </a:tc>
                <a:extLst>
                  <a:ext uri="{0D108BD9-81ED-4DB2-BD59-A6C34878D82A}">
                    <a16:rowId xmlns:a16="http://schemas.microsoft.com/office/drawing/2014/main" val="3328727031"/>
                  </a:ext>
                </a:extLst>
              </a:tr>
              <a:tr h="344545">
                <a:tc>
                  <a:txBody>
                    <a:bodyPr/>
                    <a:lstStyle/>
                    <a:p>
                      <a:r>
                        <a:rPr lang="en-US" sz="1400">
                          <a:effectLst/>
                        </a:rPr>
                        <a:t>8</a:t>
                      </a:r>
                      <a:endParaRPr lang="en-US" sz="2200">
                        <a:effectLst/>
                      </a:endParaRPr>
                    </a:p>
                  </a:txBody>
                  <a:tcPr marL="46813" marR="46813" marT="46813" marB="46813"/>
                </a:tc>
                <a:tc>
                  <a:txBody>
                    <a:bodyPr/>
                    <a:lstStyle/>
                    <a:p>
                      <a:r>
                        <a:rPr lang="en-US" sz="1400">
                          <a:effectLst/>
                        </a:rPr>
                        <a:t>Battery Setup (if applicable)</a:t>
                      </a:r>
                      <a:endParaRPr lang="en-US" sz="2200">
                        <a:effectLst/>
                      </a:endParaRPr>
                    </a:p>
                  </a:txBody>
                  <a:tcPr marL="46813" marR="46813" marT="46813" marB="46813"/>
                </a:tc>
                <a:tc>
                  <a:txBody>
                    <a:bodyPr/>
                    <a:lstStyle/>
                    <a:p>
                      <a:r>
                        <a:rPr lang="en-US" sz="1400">
                          <a:effectLst/>
                        </a:rPr>
                        <a:t>Battery Storage</a:t>
                      </a:r>
                      <a:endParaRPr lang="en-US" sz="2200">
                        <a:effectLst/>
                      </a:endParaRPr>
                    </a:p>
                  </a:txBody>
                  <a:tcPr marL="46813" marR="46813" marT="46813" marB="46813"/>
                </a:tc>
                <a:extLst>
                  <a:ext uri="{0D108BD9-81ED-4DB2-BD59-A6C34878D82A}">
                    <a16:rowId xmlns:a16="http://schemas.microsoft.com/office/drawing/2014/main" val="841039805"/>
                  </a:ext>
                </a:extLst>
              </a:tr>
              <a:tr h="344545">
                <a:tc>
                  <a:txBody>
                    <a:bodyPr/>
                    <a:lstStyle/>
                    <a:p>
                      <a:r>
                        <a:rPr lang="en-US" sz="1400">
                          <a:effectLst/>
                        </a:rPr>
                        <a:t>9</a:t>
                      </a:r>
                      <a:endParaRPr lang="en-US" sz="2200">
                        <a:effectLst/>
                      </a:endParaRPr>
                    </a:p>
                  </a:txBody>
                  <a:tcPr marL="46813" marR="46813" marT="46813" marB="46813"/>
                </a:tc>
                <a:tc>
                  <a:txBody>
                    <a:bodyPr/>
                    <a:lstStyle/>
                    <a:p>
                      <a:r>
                        <a:rPr lang="en-US" sz="1400">
                          <a:effectLst/>
                        </a:rPr>
                        <a:t>System Testing</a:t>
                      </a:r>
                      <a:endParaRPr lang="en-US" sz="2200">
                        <a:effectLst/>
                      </a:endParaRPr>
                    </a:p>
                  </a:txBody>
                  <a:tcPr marL="46813" marR="46813" marT="46813" marB="46813"/>
                </a:tc>
                <a:tc>
                  <a:txBody>
                    <a:bodyPr/>
                    <a:lstStyle/>
                    <a:p>
                      <a:r>
                        <a:rPr lang="en-US" sz="1400">
                          <a:effectLst/>
                        </a:rPr>
                        <a:t>Testing Tools</a:t>
                      </a:r>
                      <a:endParaRPr lang="en-US" sz="2200">
                        <a:effectLst/>
                      </a:endParaRPr>
                    </a:p>
                  </a:txBody>
                  <a:tcPr marL="46813" marR="46813" marT="46813" marB="46813"/>
                </a:tc>
                <a:extLst>
                  <a:ext uri="{0D108BD9-81ED-4DB2-BD59-A6C34878D82A}">
                    <a16:rowId xmlns:a16="http://schemas.microsoft.com/office/drawing/2014/main" val="1382699307"/>
                  </a:ext>
                </a:extLst>
              </a:tr>
              <a:tr h="344545">
                <a:tc>
                  <a:txBody>
                    <a:bodyPr/>
                    <a:lstStyle/>
                    <a:p>
                      <a:r>
                        <a:rPr lang="en-US" sz="1400">
                          <a:effectLst/>
                        </a:rPr>
                        <a:t>10</a:t>
                      </a:r>
                      <a:endParaRPr lang="en-US" sz="2200">
                        <a:effectLst/>
                      </a:endParaRPr>
                    </a:p>
                  </a:txBody>
                  <a:tcPr marL="46813" marR="46813" marT="46813" marB="46813"/>
                </a:tc>
                <a:tc>
                  <a:txBody>
                    <a:bodyPr/>
                    <a:lstStyle/>
                    <a:p>
                      <a:r>
                        <a:rPr lang="en-US" sz="1400">
                          <a:effectLst/>
                        </a:rPr>
                        <a:t>Activation</a:t>
                      </a:r>
                      <a:endParaRPr lang="en-US" sz="2200">
                        <a:effectLst/>
                      </a:endParaRPr>
                    </a:p>
                  </a:txBody>
                  <a:tcPr marL="46813" marR="46813" marT="46813" marB="46813"/>
                </a:tc>
                <a:tc>
                  <a:txBody>
                    <a:bodyPr/>
                    <a:lstStyle/>
                    <a:p>
                      <a:r>
                        <a:rPr lang="en-US" sz="1400">
                          <a:effectLst/>
                        </a:rPr>
                        <a:t>Monitoring System</a:t>
                      </a:r>
                      <a:endParaRPr lang="en-US" sz="2200">
                        <a:effectLst/>
                      </a:endParaRPr>
                    </a:p>
                  </a:txBody>
                  <a:tcPr marL="46813" marR="46813" marT="46813" marB="46813"/>
                </a:tc>
                <a:extLst>
                  <a:ext uri="{0D108BD9-81ED-4DB2-BD59-A6C34878D82A}">
                    <a16:rowId xmlns:a16="http://schemas.microsoft.com/office/drawing/2014/main" val="1169186251"/>
                  </a:ext>
                </a:extLst>
              </a:tr>
            </a:tbl>
          </a:graphicData>
        </a:graphic>
      </p:graphicFrame>
    </p:spTree>
    <p:extLst>
      <p:ext uri="{BB962C8B-B14F-4D97-AF65-F5344CB8AC3E}">
        <p14:creationId xmlns:p14="http://schemas.microsoft.com/office/powerpoint/2010/main" val="2593540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53767-B6EE-594D-74DE-F15103BFF3EE}"/>
              </a:ext>
            </a:extLst>
          </p:cNvPr>
          <p:cNvSpPr>
            <a:spLocks noGrp="1"/>
          </p:cNvSpPr>
          <p:nvPr>
            <p:ph type="title"/>
          </p:nvPr>
        </p:nvSpPr>
        <p:spPr>
          <a:xfrm>
            <a:off x="1135856" y="908649"/>
            <a:ext cx="4079720" cy="3977676"/>
          </a:xfrm>
        </p:spPr>
        <p:txBody>
          <a:bodyPr anchor="t">
            <a:normAutofit/>
          </a:bodyPr>
          <a:lstStyle/>
          <a:p>
            <a:pPr algn="r"/>
            <a:r>
              <a:rPr lang="en-US" sz="3400"/>
              <a:t>Conclusion</a:t>
            </a:r>
          </a:p>
        </p:txBody>
      </p:sp>
      <p:sp>
        <p:nvSpPr>
          <p:cNvPr id="3" name="Content Placeholder 2">
            <a:extLst>
              <a:ext uri="{FF2B5EF4-FFF2-40B4-BE49-F238E27FC236}">
                <a16:creationId xmlns:a16="http://schemas.microsoft.com/office/drawing/2014/main" id="{CAB9F3CF-C882-2CF0-CB63-45B6C0E921DF}"/>
              </a:ext>
            </a:extLst>
          </p:cNvPr>
          <p:cNvSpPr>
            <a:spLocks noGrp="1"/>
          </p:cNvSpPr>
          <p:nvPr>
            <p:ph idx="1"/>
          </p:nvPr>
        </p:nvSpPr>
        <p:spPr>
          <a:xfrm>
            <a:off x="5701896" y="964889"/>
            <a:ext cx="5118505" cy="4909137"/>
          </a:xfrm>
        </p:spPr>
        <p:txBody>
          <a:bodyPr>
            <a:normAutofit/>
          </a:bodyPr>
          <a:lstStyle/>
          <a:p>
            <a:pPr>
              <a:lnSpc>
                <a:spcPct val="110000"/>
              </a:lnSpc>
            </a:pPr>
            <a:r>
              <a:rPr lang="en-US" sz="1800"/>
              <a:t>Environmental Benefits</a:t>
            </a:r>
          </a:p>
          <a:p>
            <a:pPr lvl="1">
              <a:lnSpc>
                <a:spcPct val="110000"/>
              </a:lnSpc>
            </a:pPr>
            <a:r>
              <a:rPr lang="en-US" sz="1800"/>
              <a:t>Reduces carbon footprint</a:t>
            </a:r>
          </a:p>
          <a:p>
            <a:pPr lvl="1">
              <a:lnSpc>
                <a:spcPct val="110000"/>
              </a:lnSpc>
            </a:pPr>
            <a:r>
              <a:rPr lang="en-US" sz="1800"/>
              <a:t>Promotes sustainable living</a:t>
            </a:r>
          </a:p>
          <a:p>
            <a:pPr>
              <a:lnSpc>
                <a:spcPct val="110000"/>
              </a:lnSpc>
            </a:pPr>
            <a:r>
              <a:rPr lang="en-US" sz="1800"/>
              <a:t>Energy Independence</a:t>
            </a:r>
          </a:p>
          <a:p>
            <a:pPr lvl="1">
              <a:lnSpc>
                <a:spcPct val="110000"/>
              </a:lnSpc>
            </a:pPr>
            <a:r>
              <a:rPr lang="en-US" sz="1800"/>
              <a:t>Decreases reliance on grid power</a:t>
            </a:r>
          </a:p>
          <a:p>
            <a:pPr lvl="1">
              <a:lnSpc>
                <a:spcPct val="110000"/>
              </a:lnSpc>
            </a:pPr>
            <a:r>
              <a:rPr lang="en-US" sz="1800"/>
              <a:t>Ensures a stable energy supply</a:t>
            </a:r>
          </a:p>
          <a:p>
            <a:pPr>
              <a:lnSpc>
                <a:spcPct val="110000"/>
              </a:lnSpc>
            </a:pPr>
            <a:r>
              <a:rPr lang="en-US" sz="1800"/>
              <a:t>Cost Savings</a:t>
            </a:r>
          </a:p>
          <a:p>
            <a:pPr lvl="1">
              <a:lnSpc>
                <a:spcPct val="110000"/>
              </a:lnSpc>
            </a:pPr>
            <a:r>
              <a:rPr lang="en-US" sz="1800"/>
              <a:t>Lowers energy bills</a:t>
            </a:r>
          </a:p>
          <a:p>
            <a:pPr lvl="1">
              <a:lnSpc>
                <a:spcPct val="110000"/>
              </a:lnSpc>
            </a:pPr>
            <a:r>
              <a:rPr lang="en-US" sz="1800"/>
              <a:t>Potential for government incentives</a:t>
            </a:r>
          </a:p>
          <a:p>
            <a:pPr>
              <a:lnSpc>
                <a:spcPct val="110000"/>
              </a:lnSpc>
            </a:pPr>
            <a:r>
              <a:rPr lang="en-US" sz="1800"/>
              <a:t>Efficiency Metrics</a:t>
            </a:r>
          </a:p>
          <a:p>
            <a:pPr>
              <a:lnSpc>
                <a:spcPct val="110000"/>
              </a:lnSpc>
            </a:pPr>
            <a:r>
              <a:rPr lang="en-US" sz="1800"/>
              <a:t>Installation Guidelines</a:t>
            </a:r>
          </a:p>
          <a:p>
            <a:pPr>
              <a:lnSpc>
                <a:spcPct val="110000"/>
              </a:lnSpc>
            </a:pPr>
            <a:r>
              <a:rPr lang="en-US" sz="1800"/>
              <a:t>Maintenance Tips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0651639"/>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DBDB89296ABC4CA97A3BE41CC45CB1" ma:contentTypeVersion="17" ma:contentTypeDescription="Create a new document." ma:contentTypeScope="" ma:versionID="ae7d54edf8c7d621891a01959cf4ace8">
  <xsd:schema xmlns:xsd="http://www.w3.org/2001/XMLSchema" xmlns:xs="http://www.w3.org/2001/XMLSchema" xmlns:p="http://schemas.microsoft.com/office/2006/metadata/properties" xmlns:ns2="bb6133b9-d602-40a0-8a01-38633b46c2e5" xmlns:ns3="38a71296-dfe7-4f64-a6a1-c1691144d90e" targetNamespace="http://schemas.microsoft.com/office/2006/metadata/properties" ma:root="true" ma:fieldsID="ecbfb1f90456d80c0e0f618ec477891c" ns2:_="" ns3:_="">
    <xsd:import namespace="bb6133b9-d602-40a0-8a01-38633b46c2e5"/>
    <xsd:import namespace="38a71296-dfe7-4f64-a6a1-c1691144d9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ProjectCost" minOccurs="0"/>
                <xsd:element ref="ns2:PropertySqFt" minOccurs="0"/>
                <xsd:element ref="ns2:ProjectLocation" minOccurs="0"/>
                <xsd:element ref="ns2:ArrayType" minOccurs="0"/>
                <xsd:element ref="ns2:ProjectSize" minOccurs="0"/>
                <xsd:element ref="ns2:TimelineStatus" minOccurs="0"/>
                <xsd:element ref="ns2:Reviewed" minOccurs="0"/>
                <xsd:element ref="ns3:PrimeClassificationStatus" minOccurs="0"/>
                <xsd:element ref="ns3:PrimeClassificationStatusDetails" minOccurs="0"/>
                <xsd:element ref="ns3:PrimeLastClassified" minOccurs="0"/>
                <xsd:element ref="ns3:PrimeCorrectedByUs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6133b9-d602-40a0-8a01-38633b46c2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ProjectCost" ma:index="11" nillable="true" ma:displayName="Project Cost" ma:internalName="ProjectCost">
      <xsd:simpleType>
        <xsd:restriction base="dms:Number"/>
      </xsd:simpleType>
    </xsd:element>
    <xsd:element name="PropertySqFt" ma:index="12" nillable="true" ma:displayName="Property SqFt" ma:internalName="PropertySqFt">
      <xsd:simpleType>
        <xsd:restriction base="dms:Number"/>
      </xsd:simpleType>
    </xsd:element>
    <xsd:element name="ProjectLocation" ma:index="13" nillable="true" ma:displayName="Location" ma:internalName="ProjectLocation">
      <xsd:simpleType>
        <xsd:restriction base="dms:Text"/>
      </xsd:simpleType>
    </xsd:element>
    <xsd:element name="ArrayType" ma:index="14" nillable="true" ma:displayName="Array Type" ma:format="Dropdown" ma:internalName="ArrayType">
      <xsd:simpleType>
        <xsd:restriction base="dms:Choice">
          <xsd:enumeration value="A100"/>
          <xsd:enumeration value="A200"/>
          <xsd:enumeration value="A300"/>
          <xsd:enumeration value="A400"/>
          <xsd:enumeration value="Other"/>
        </xsd:restriction>
      </xsd:simpleType>
    </xsd:element>
    <xsd:element name="ProjectSize" ma:index="15" nillable="true" ma:displayName="Project Size" ma:format="Dropdown" ma:internalName="ProjectSize">
      <xsd:simpleType>
        <xsd:restriction base="dms:Choice">
          <xsd:enumeration value="Small"/>
          <xsd:enumeration value="Medium"/>
          <xsd:enumeration value="Large"/>
        </xsd:restriction>
      </xsd:simpleType>
    </xsd:element>
    <xsd:element name="TimelineStatus" ma:index="16" nillable="true" ma:displayName="Timeline Status" ma:default="On Track" ma:format="Dropdown" ma:internalName="TimelineStatus">
      <xsd:simpleType>
        <xsd:restriction base="dms:Choice">
          <xsd:enumeration value="On Track"/>
          <xsd:enumeration value="At Risk"/>
          <xsd:enumeration value="Delayed"/>
        </xsd:restriction>
      </xsd:simpleType>
    </xsd:element>
    <xsd:element name="Reviewed" ma:index="17" nillable="true" ma:displayName="Reviewed" ma:default="0" ma:internalName="Review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8a71296-dfe7-4f64-a6a1-c1691144d90e" elementFormDefault="qualified">
    <xsd:import namespace="http://schemas.microsoft.com/office/2006/documentManagement/types"/>
    <xsd:import namespace="http://schemas.microsoft.com/office/infopath/2007/PartnerControls"/>
    <xsd:element name="PrimeClassificationStatus" ma:index="18" nillable="true" ma:displayName="Processing status" ma:internalName="PrimeClassificationStatus">
      <xsd:simpleType>
        <xsd:restriction base="dms:Text"/>
      </xsd:simpleType>
    </xsd:element>
    <xsd:element name="PrimeClassificationStatusDetails" ma:index="19" nillable="true" ma:displayName="Processing details" ma:internalName="PrimeClassificationStatusDetails">
      <xsd:simpleType>
        <xsd:restriction base="dms:Note">
          <xsd:maxLength value="255"/>
        </xsd:restriction>
      </xsd:simpleType>
    </xsd:element>
    <xsd:element name="PrimeLastClassified" ma:index="20" nillable="true" ma:displayName="Processed" ma:internalName="PrimeLastClassified">
      <xsd:simpleType>
        <xsd:restriction base="dms:DateTime"/>
      </xsd:simpleType>
    </xsd:element>
    <xsd:element name="PrimeCorrectedByUser" ma:index="21" nillable="true" ma:displayName="Corrected" ma:internalName="PrimeCorrectedByUser">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imelineStatus xmlns="bb6133b9-d602-40a0-8a01-38633b46c2e5">On Track</TimelineStatus>
    <PrimeClassificationStatusDetails xmlns="38a71296-dfe7-4f64-a6a1-c1691144d90e" xsi:nil="true"/>
    <PrimeCorrectedByUser xmlns="38a71296-dfe7-4f64-a6a1-c1691144d90e" xsi:nil="true"/>
    <PropertySqFt xmlns="bb6133b9-d602-40a0-8a01-38633b46c2e5" xsi:nil="true"/>
    <ProjectSize xmlns="bb6133b9-d602-40a0-8a01-38633b46c2e5" xsi:nil="true"/>
    <ProjectCost xmlns="bb6133b9-d602-40a0-8a01-38633b46c2e5" xsi:nil="true"/>
    <Reviewed xmlns="bb6133b9-d602-40a0-8a01-38633b46c2e5">false</Reviewed>
    <ProjectLocation xmlns="bb6133b9-d602-40a0-8a01-38633b46c2e5" xsi:nil="true"/>
    <PrimeLastClassified xmlns="38a71296-dfe7-4f64-a6a1-c1691144d90e" xsi:nil="true"/>
    <ArrayType xmlns="bb6133b9-d602-40a0-8a01-38633b46c2e5" xsi:nil="true"/>
    <PrimeClassificationStatus xmlns="38a71296-dfe7-4f64-a6a1-c1691144d90e" xsi:nil="true"/>
  </documentManagement>
</p:properties>
</file>

<file path=customXml/itemProps1.xml><?xml version="1.0" encoding="utf-8"?>
<ds:datastoreItem xmlns:ds="http://schemas.openxmlformats.org/officeDocument/2006/customXml" ds:itemID="{0D0FF7FD-D7DF-42A0-8BFE-B406B1F6897E}"/>
</file>

<file path=customXml/itemProps2.xml><?xml version="1.0" encoding="utf-8"?>
<ds:datastoreItem xmlns:ds="http://schemas.openxmlformats.org/officeDocument/2006/customXml" ds:itemID="{7DDAA9A6-EBC5-47BB-9C8B-6D2E6324D536}">
  <ds:schemaRefs>
    <ds:schemaRef ds:uri="http://schemas.microsoft.com/sharepoint/v3/contenttype/forms"/>
  </ds:schemaRefs>
</ds:datastoreItem>
</file>

<file path=customXml/itemProps3.xml><?xml version="1.0" encoding="utf-8"?>
<ds:datastoreItem xmlns:ds="http://schemas.openxmlformats.org/officeDocument/2006/customXml" ds:itemID="{7C9D720A-AA05-4EC8-AD09-AD35B02CA423}">
  <ds:schemaRefs>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3776</Words>
  <Application>Microsoft Office PowerPoint</Application>
  <PresentationFormat>Widescreen</PresentationFormat>
  <Paragraphs>341</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Avenir Next LT Pro</vt:lpstr>
      <vt:lpstr>Avenir Next LT Pro Light</vt:lpstr>
      <vt:lpstr>Calibri</vt:lpstr>
      <vt:lpstr>Neue Haas Grotesk Text Pro</vt:lpstr>
      <vt:lpstr>GradientRiseVTI</vt:lpstr>
      <vt:lpstr>A200 Series Solar Panel Array</vt:lpstr>
      <vt:lpstr>Agenda</vt:lpstr>
      <vt:lpstr>Introduction</vt:lpstr>
      <vt:lpstr>Solar Panel Specifications</vt:lpstr>
      <vt:lpstr>Panel Types</vt:lpstr>
      <vt:lpstr>Efficiency Metrics</vt:lpstr>
      <vt:lpstr>Installation Guidelines</vt:lpstr>
      <vt:lpstr>Site Assessment</vt:lpstr>
      <vt:lpstr>Mounting the Panels</vt:lpstr>
      <vt:lpstr>Electrical Connections</vt:lpstr>
      <vt:lpstr>Maintenance Tips</vt:lpstr>
      <vt:lpstr>Environmental Benefits</vt:lpstr>
      <vt:lpstr>Cost Savings Over Time</vt:lpstr>
      <vt:lpstr>MSRP Pricing and Discount Structure</vt:lpstr>
      <vt:lpstr>Base Prices</vt:lpstr>
      <vt:lpstr>Average Pricing for a 2600 Square Foot Home</vt:lpstr>
      <vt:lpstr>Discounts and Incentives</vt:lpstr>
      <vt:lpstr>Comparison of Panel Types</vt:lpstr>
      <vt:lpstr>Diagrams for Clarity</vt:lpstr>
      <vt:lpstr>Comparison of Panel Types</vt:lpstr>
      <vt:lpstr>Solar Panel Installation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Vesa Juvonen</cp:lastModifiedBy>
  <cp:revision>4</cp:revision>
  <dcterms:created xsi:type="dcterms:W3CDTF">2024-10-30T16:54:14Z</dcterms:created>
  <dcterms:modified xsi:type="dcterms:W3CDTF">2024-11-28T13:39:13Z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0x0101002ADBDB89296ABC4CA97A3BE41CC45CB1</vt:lpwstr>
  </property>
</Properties>
</file>